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Lst>
  <p:sldSz cx="9601200" cy="12801600" type="A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6B099F-37AD-4060-8083-851FC7399DCF}" v="493" dt="2025-02-24T11:36:48.5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8" d="100"/>
          <a:sy n="38" d="100"/>
        </p:scale>
        <p:origin x="204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Swingler" userId="001c6080-f70b-4cb1-b297-9fe9cede6ac8" providerId="ADAL" clId="{551E86BF-3831-4B7B-9294-523CEAC6E0DE}"/>
    <pc:docChg chg="undo redo custSel addSld modSld">
      <pc:chgData name="Kevin Swingler" userId="001c6080-f70b-4cb1-b297-9fe9cede6ac8" providerId="ADAL" clId="{551E86BF-3831-4B7B-9294-523CEAC6E0DE}" dt="2023-03-03T15:02:52.833" v="2247" actId="20577"/>
      <pc:docMkLst>
        <pc:docMk/>
      </pc:docMkLst>
      <pc:sldChg chg="addSp delSp modSp mod">
        <pc:chgData name="Kevin Swingler" userId="001c6080-f70b-4cb1-b297-9fe9cede6ac8" providerId="ADAL" clId="{551E86BF-3831-4B7B-9294-523CEAC6E0DE}" dt="2023-03-03T14:47:53.073" v="1771" actId="1035"/>
        <pc:sldMkLst>
          <pc:docMk/>
          <pc:sldMk cId="1501710403" sldId="256"/>
        </pc:sldMkLst>
      </pc:sldChg>
      <pc:sldChg chg="addSp delSp modSp add mod">
        <pc:chgData name="Kevin Swingler" userId="001c6080-f70b-4cb1-b297-9fe9cede6ac8" providerId="ADAL" clId="{551E86BF-3831-4B7B-9294-523CEAC6E0DE}" dt="2023-03-03T15:02:52.833" v="2247" actId="20577"/>
        <pc:sldMkLst>
          <pc:docMk/>
          <pc:sldMk cId="16987582" sldId="257"/>
        </pc:sldMkLst>
      </pc:sldChg>
    </pc:docChg>
  </pc:docChgLst>
  <pc:docChgLst>
    <pc:chgData name="Kevin" userId="001c6080-f70b-4cb1-b297-9fe9cede6ac8" providerId="ADAL" clId="{1628BF53-6199-40F3-8C93-D7BBF2F2F5F9}"/>
    <pc:docChg chg="undo custSel addSld modSld">
      <pc:chgData name="Kevin" userId="001c6080-f70b-4cb1-b297-9fe9cede6ac8" providerId="ADAL" clId="{1628BF53-6199-40F3-8C93-D7BBF2F2F5F9}" dt="2023-01-03T10:55:59.469" v="3026" actId="20577"/>
      <pc:docMkLst>
        <pc:docMk/>
      </pc:docMkLst>
      <pc:sldChg chg="addSp delSp modSp new mod">
        <pc:chgData name="Kevin" userId="001c6080-f70b-4cb1-b297-9fe9cede6ac8" providerId="ADAL" clId="{1628BF53-6199-40F3-8C93-D7BBF2F2F5F9}" dt="2023-01-03T10:55:59.469" v="3026" actId="20577"/>
        <pc:sldMkLst>
          <pc:docMk/>
          <pc:sldMk cId="1501710403" sldId="256"/>
        </pc:sldMkLst>
      </pc:sldChg>
    </pc:docChg>
  </pc:docChgLst>
  <pc:docChgLst>
    <pc:chgData name="Sandy Brownlee" userId="S::ab90@stir.ac.uk::2cebf13b-e4a2-47d7-afd7-2a71264552b7" providerId="AD" clId="Web-{506B099F-37AD-4060-8083-851FC7399DCF}"/>
    <pc:docChg chg="modSld">
      <pc:chgData name="Sandy Brownlee" userId="S::ab90@stir.ac.uk::2cebf13b-e4a2-47d7-afd7-2a71264552b7" providerId="AD" clId="Web-{506B099F-37AD-4060-8083-851FC7399DCF}" dt="2025-02-24T11:36:48.578" v="446" actId="20577"/>
      <pc:docMkLst>
        <pc:docMk/>
      </pc:docMkLst>
      <pc:sldChg chg="modSp">
        <pc:chgData name="Sandy Brownlee" userId="S::ab90@stir.ac.uk::2cebf13b-e4a2-47d7-afd7-2a71264552b7" providerId="AD" clId="Web-{506B099F-37AD-4060-8083-851FC7399DCF}" dt="2025-02-24T11:36:48.578" v="446" actId="20577"/>
        <pc:sldMkLst>
          <pc:docMk/>
          <pc:sldMk cId="1501710403" sldId="256"/>
        </pc:sldMkLst>
        <pc:spChg chg="mod">
          <ac:chgData name="Sandy Brownlee" userId="S::ab90@stir.ac.uk::2cebf13b-e4a2-47d7-afd7-2a71264552b7" providerId="AD" clId="Web-{506B099F-37AD-4060-8083-851FC7399DCF}" dt="2025-02-24T11:32:07.552" v="379" actId="20577"/>
          <ac:spMkLst>
            <pc:docMk/>
            <pc:sldMk cId="1501710403" sldId="256"/>
            <ac:spMk id="6" creationId="{8AF6D823-6DA6-9959-0DCB-CCA6AD2DD76E}"/>
          </ac:spMkLst>
        </pc:spChg>
        <pc:spChg chg="mod">
          <ac:chgData name="Sandy Brownlee" userId="S::ab90@stir.ac.uk::2cebf13b-e4a2-47d7-afd7-2a71264552b7" providerId="AD" clId="Web-{506B099F-37AD-4060-8083-851FC7399DCF}" dt="2025-02-24T11:36:48.578" v="446" actId="20577"/>
          <ac:spMkLst>
            <pc:docMk/>
            <pc:sldMk cId="1501710403" sldId="256"/>
            <ac:spMk id="8" creationId="{53F18AD2-7D7C-86A1-617F-5ED4C88C525F}"/>
          </ac:spMkLst>
        </pc:spChg>
        <pc:graphicFrameChg chg="mod">
          <ac:chgData name="Sandy Brownlee" userId="S::ab90@stir.ac.uk::2cebf13b-e4a2-47d7-afd7-2a71264552b7" providerId="AD" clId="Web-{506B099F-37AD-4060-8083-851FC7399DCF}" dt="2025-02-24T11:31:51.052" v="368" actId="1076"/>
          <ac:graphicFrameMkLst>
            <pc:docMk/>
            <pc:sldMk cId="1501710403" sldId="256"/>
            <ac:graphicFrameMk id="2" creationId="{50697821-56EE-B522-2650-CAC52B000E80}"/>
          </ac:graphicFrameMkLst>
        </pc:graphicFrameChg>
        <pc:graphicFrameChg chg="mod modGraphic">
          <ac:chgData name="Sandy Brownlee" userId="S::ab90@stir.ac.uk::2cebf13b-e4a2-47d7-afd7-2a71264552b7" providerId="AD" clId="Web-{506B099F-37AD-4060-8083-851FC7399DCF}" dt="2025-02-24T11:32:03.083" v="376"/>
          <ac:graphicFrameMkLst>
            <pc:docMk/>
            <pc:sldMk cId="1501710403" sldId="256"/>
            <ac:graphicFrameMk id="4" creationId="{5C505450-C5E0-1B5C-6748-4D78433A1E86}"/>
          </ac:graphicFrameMkLst>
        </pc:graphicFrameChg>
      </pc:sldChg>
      <pc:sldChg chg="addSp modSp">
        <pc:chgData name="Sandy Brownlee" userId="S::ab90@stir.ac.uk::2cebf13b-e4a2-47d7-afd7-2a71264552b7" providerId="AD" clId="Web-{506B099F-37AD-4060-8083-851FC7399DCF}" dt="2025-02-24T11:36:22.109" v="436" actId="20577"/>
        <pc:sldMkLst>
          <pc:docMk/>
          <pc:sldMk cId="16987582" sldId="257"/>
        </pc:sldMkLst>
        <pc:spChg chg="add mod">
          <ac:chgData name="Sandy Brownlee" userId="S::ab90@stir.ac.uk::2cebf13b-e4a2-47d7-afd7-2a71264552b7" providerId="AD" clId="Web-{506B099F-37AD-4060-8083-851FC7399DCF}" dt="2025-02-24T11:35:50.139" v="432" actId="20577"/>
          <ac:spMkLst>
            <pc:docMk/>
            <pc:sldMk cId="16987582" sldId="257"/>
            <ac:spMk id="3" creationId="{483CDE9C-72DC-E883-E910-51206EB5A594}"/>
          </ac:spMkLst>
        </pc:spChg>
        <pc:spChg chg="mod">
          <ac:chgData name="Sandy Brownlee" userId="S::ab90@stir.ac.uk::2cebf13b-e4a2-47d7-afd7-2a71264552b7" providerId="AD" clId="Web-{506B099F-37AD-4060-8083-851FC7399DCF}" dt="2025-02-24T11:35:34.232" v="428" actId="20577"/>
          <ac:spMkLst>
            <pc:docMk/>
            <pc:sldMk cId="16987582" sldId="257"/>
            <ac:spMk id="6" creationId="{8AF6D823-6DA6-9959-0DCB-CCA6AD2DD76E}"/>
          </ac:spMkLst>
        </pc:spChg>
        <pc:spChg chg="mod">
          <ac:chgData name="Sandy Brownlee" userId="S::ab90@stir.ac.uk::2cebf13b-e4a2-47d7-afd7-2a71264552b7" providerId="AD" clId="Web-{506B099F-37AD-4060-8083-851FC7399DCF}" dt="2025-02-24T11:36:22.109" v="436" actId="20577"/>
          <ac:spMkLst>
            <pc:docMk/>
            <pc:sldMk cId="16987582" sldId="257"/>
            <ac:spMk id="8" creationId="{53F18AD2-7D7C-86A1-617F-5ED4C88C525F}"/>
          </ac:spMkLst>
        </pc:spChg>
        <pc:spChg chg="mod">
          <ac:chgData name="Sandy Brownlee" userId="S::ab90@stir.ac.uk::2cebf13b-e4a2-47d7-afd7-2a71264552b7" providerId="AD" clId="Web-{506B099F-37AD-4060-8083-851FC7399DCF}" dt="2025-02-24T11:32:21.084" v="381" actId="20577"/>
          <ac:spMkLst>
            <pc:docMk/>
            <pc:sldMk cId="16987582" sldId="257"/>
            <ac:spMk id="9" creationId="{F206284C-0E38-E129-A921-7FCAD4177EEC}"/>
          </ac:spMkLst>
        </pc:spChg>
        <pc:spChg chg="mod">
          <ac:chgData name="Sandy Brownlee" userId="S::ab90@stir.ac.uk::2cebf13b-e4a2-47d7-afd7-2a71264552b7" providerId="AD" clId="Web-{506B099F-37AD-4060-8083-851FC7399DCF}" dt="2025-02-24T11:32:51.913" v="392" actId="14100"/>
          <ac:spMkLst>
            <pc:docMk/>
            <pc:sldMk cId="16987582" sldId="257"/>
            <ac:spMk id="10" creationId="{61114EC5-034B-1ADA-C1F8-62FDCCE2A9A4}"/>
          </ac:spMkLst>
        </pc:spChg>
        <pc:spChg chg="mod">
          <ac:chgData name="Sandy Brownlee" userId="S::ab90@stir.ac.uk::2cebf13b-e4a2-47d7-afd7-2a71264552b7" providerId="AD" clId="Web-{506B099F-37AD-4060-8083-851FC7399DCF}" dt="2025-02-24T11:32:55.726" v="393" actId="14100"/>
          <ac:spMkLst>
            <pc:docMk/>
            <pc:sldMk cId="16987582" sldId="257"/>
            <ac:spMk id="12" creationId="{6DA0385D-A5DD-C169-AF26-24FFB0DB2E30}"/>
          </ac:spMkLst>
        </pc:spChg>
        <pc:spChg chg="mod">
          <ac:chgData name="Sandy Brownlee" userId="S::ab90@stir.ac.uk::2cebf13b-e4a2-47d7-afd7-2a71264552b7" providerId="AD" clId="Web-{506B099F-37AD-4060-8083-851FC7399DCF}" dt="2025-02-24T11:35:00.715" v="418" actId="1076"/>
          <ac:spMkLst>
            <pc:docMk/>
            <pc:sldMk cId="16987582" sldId="257"/>
            <ac:spMk id="13" creationId="{CA1EAAA5-A1A2-3B0D-12F1-60B2E50A677D}"/>
          </ac:spMkLst>
        </pc:spChg>
        <pc:spChg chg="mod">
          <ac:chgData name="Sandy Brownlee" userId="S::ab90@stir.ac.uk::2cebf13b-e4a2-47d7-afd7-2a71264552b7" providerId="AD" clId="Web-{506B099F-37AD-4060-8083-851FC7399DCF}" dt="2025-02-24T11:32:28.366" v="385" actId="20577"/>
          <ac:spMkLst>
            <pc:docMk/>
            <pc:sldMk cId="16987582" sldId="257"/>
            <ac:spMk id="14" creationId="{720648D2-2C2F-D4B7-A939-01723E5AA434}"/>
          </ac:spMkLst>
        </pc:spChg>
        <pc:spChg chg="mod">
          <ac:chgData name="Sandy Brownlee" userId="S::ab90@stir.ac.uk::2cebf13b-e4a2-47d7-afd7-2a71264552b7" providerId="AD" clId="Web-{506B099F-37AD-4060-8083-851FC7399DCF}" dt="2025-02-24T11:33:02.148" v="394" actId="14100"/>
          <ac:spMkLst>
            <pc:docMk/>
            <pc:sldMk cId="16987582" sldId="257"/>
            <ac:spMk id="16" creationId="{303339E9-D30D-6514-92CD-6CDE78311274}"/>
          </ac:spMkLst>
        </pc:spChg>
        <pc:spChg chg="mod ord">
          <ac:chgData name="Sandy Brownlee" userId="S::ab90@stir.ac.uk::2cebf13b-e4a2-47d7-afd7-2a71264552b7" providerId="AD" clId="Web-{506B099F-37AD-4060-8083-851FC7399DCF}" dt="2025-02-24T11:35:05.340" v="419" actId="14100"/>
          <ac:spMkLst>
            <pc:docMk/>
            <pc:sldMk cId="16987582" sldId="257"/>
            <ac:spMk id="18" creationId="{C388C717-AB61-4AA5-0065-CF8334987466}"/>
          </ac:spMkLst>
        </pc:spChg>
        <pc:spChg chg="mod">
          <ac:chgData name="Sandy Brownlee" userId="S::ab90@stir.ac.uk::2cebf13b-e4a2-47d7-afd7-2a71264552b7" providerId="AD" clId="Web-{506B099F-37AD-4060-8083-851FC7399DCF}" dt="2025-02-24T11:35:10.168" v="420" actId="1076"/>
          <ac:spMkLst>
            <pc:docMk/>
            <pc:sldMk cId="16987582" sldId="257"/>
            <ac:spMk id="20" creationId="{5F922132-ED33-E59C-B714-DBB27B5DF6F8}"/>
          </ac:spMkLst>
        </pc:spChg>
        <pc:spChg chg="mod">
          <ac:chgData name="Sandy Brownlee" userId="S::ab90@stir.ac.uk::2cebf13b-e4a2-47d7-afd7-2a71264552b7" providerId="AD" clId="Web-{506B099F-37AD-4060-8083-851FC7399DCF}" dt="2025-02-24T11:35:18.747" v="422" actId="1076"/>
          <ac:spMkLst>
            <pc:docMk/>
            <pc:sldMk cId="16987582" sldId="257"/>
            <ac:spMk id="22" creationId="{A963A857-22CD-BC85-9293-B211890D5A3A}"/>
          </ac:spMkLst>
        </pc:spChg>
        <pc:graphicFrameChg chg="mod">
          <ac:chgData name="Sandy Brownlee" userId="S::ab90@stir.ac.uk::2cebf13b-e4a2-47d7-afd7-2a71264552b7" providerId="AD" clId="Web-{506B099F-37AD-4060-8083-851FC7399DCF}" dt="2025-02-24T11:35:13.825" v="421" actId="1076"/>
          <ac:graphicFrameMkLst>
            <pc:docMk/>
            <pc:sldMk cId="16987582" sldId="257"/>
            <ac:graphicFrameMk id="2" creationId="{50697821-56EE-B522-2650-CAC52B000E80}"/>
          </ac:graphicFrameMkLst>
        </pc:graphicFrameChg>
        <pc:graphicFrameChg chg="mod modGraphic">
          <ac:chgData name="Sandy Brownlee" userId="S::ab90@stir.ac.uk::2cebf13b-e4a2-47d7-afd7-2a71264552b7" providerId="AD" clId="Web-{506B099F-37AD-4060-8083-851FC7399DCF}" dt="2025-02-24T11:34:48.964" v="416"/>
          <ac:graphicFrameMkLst>
            <pc:docMk/>
            <pc:sldMk cId="16987582" sldId="257"/>
            <ac:graphicFrameMk id="7" creationId="{FBE95B7C-B010-6D30-1BB3-D0BB1817071D}"/>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D5957-A6EF-32E7-E3D1-1B003C9F61BD}"/>
              </a:ext>
            </a:extLst>
          </p:cNvPr>
          <p:cNvSpPr>
            <a:spLocks noGrp="1"/>
          </p:cNvSpPr>
          <p:nvPr>
            <p:ph type="ctrTitle"/>
          </p:nvPr>
        </p:nvSpPr>
        <p:spPr>
          <a:xfrm>
            <a:off x="1200150" y="2095078"/>
            <a:ext cx="7200900" cy="4456853"/>
          </a:xfrm>
        </p:spPr>
        <p:txBody>
          <a:bodyPr anchor="b"/>
          <a:lstStyle>
            <a:lvl1pPr algn="ctr">
              <a:defRPr sz="11200"/>
            </a:lvl1pPr>
          </a:lstStyle>
          <a:p>
            <a:r>
              <a:rPr lang="en-US"/>
              <a:t>Click to edit Master title style</a:t>
            </a:r>
            <a:endParaRPr lang="en-GB"/>
          </a:p>
        </p:txBody>
      </p:sp>
      <p:sp>
        <p:nvSpPr>
          <p:cNvPr id="3" name="Subtitle 2">
            <a:extLst>
              <a:ext uri="{FF2B5EF4-FFF2-40B4-BE49-F238E27FC236}">
                <a16:creationId xmlns:a16="http://schemas.microsoft.com/office/drawing/2014/main" id="{E3825EEC-0A7C-154A-78AF-21307B34CF47}"/>
              </a:ext>
            </a:extLst>
          </p:cNvPr>
          <p:cNvSpPr>
            <a:spLocks noGrp="1"/>
          </p:cNvSpPr>
          <p:nvPr>
            <p:ph type="subTitle" idx="1"/>
          </p:nvPr>
        </p:nvSpPr>
        <p:spPr>
          <a:xfrm>
            <a:off x="1200150" y="6723804"/>
            <a:ext cx="7200900" cy="3090756"/>
          </a:xfrm>
        </p:spPr>
        <p:txBody>
          <a:bodyPr/>
          <a:lstStyle>
            <a:lvl1pPr marL="0" indent="0" algn="ctr">
              <a:buNone/>
              <a:defRPr sz="4480"/>
            </a:lvl1pPr>
            <a:lvl2pPr marL="853455" indent="0" algn="ctr">
              <a:buNone/>
              <a:defRPr sz="3733"/>
            </a:lvl2pPr>
            <a:lvl3pPr marL="1706910" indent="0" algn="ctr">
              <a:buNone/>
              <a:defRPr sz="3360"/>
            </a:lvl3pPr>
            <a:lvl4pPr marL="2560366" indent="0" algn="ctr">
              <a:buNone/>
              <a:defRPr sz="2987"/>
            </a:lvl4pPr>
            <a:lvl5pPr marL="3413821" indent="0" algn="ctr">
              <a:buNone/>
              <a:defRPr sz="2987"/>
            </a:lvl5pPr>
            <a:lvl6pPr marL="4267276" indent="0" algn="ctr">
              <a:buNone/>
              <a:defRPr sz="2987"/>
            </a:lvl6pPr>
            <a:lvl7pPr marL="5120731" indent="0" algn="ctr">
              <a:buNone/>
              <a:defRPr sz="2987"/>
            </a:lvl7pPr>
            <a:lvl8pPr marL="5974187" indent="0" algn="ctr">
              <a:buNone/>
              <a:defRPr sz="2987"/>
            </a:lvl8pPr>
            <a:lvl9pPr marL="6827642" indent="0" algn="ctr">
              <a:buNone/>
              <a:defRPr sz="2987"/>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F32E64-FDCA-3477-2C2F-6351F106E4A0}"/>
              </a:ext>
            </a:extLst>
          </p:cNvPr>
          <p:cNvSpPr>
            <a:spLocks noGrp="1"/>
          </p:cNvSpPr>
          <p:nvPr>
            <p:ph type="dt" sz="half" idx="10"/>
          </p:nvPr>
        </p:nvSpPr>
        <p:spPr/>
        <p:txBody>
          <a:bodyPr/>
          <a:lstStyle/>
          <a:p>
            <a:fld id="{47641A74-98BD-4B3C-827E-E8E43FD96C93}" type="datetimeFigureOut">
              <a:rPr lang="en-GB" smtClean="0"/>
              <a:t>07/11/2025</a:t>
            </a:fld>
            <a:endParaRPr lang="en-GB"/>
          </a:p>
        </p:txBody>
      </p:sp>
      <p:sp>
        <p:nvSpPr>
          <p:cNvPr id="5" name="Footer Placeholder 4">
            <a:extLst>
              <a:ext uri="{FF2B5EF4-FFF2-40B4-BE49-F238E27FC236}">
                <a16:creationId xmlns:a16="http://schemas.microsoft.com/office/drawing/2014/main" id="{5F0E7E88-14E3-DDE4-83DB-A47D688C31C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BC03FC-2D55-6B61-A367-2D593B640668}"/>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4208040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64DFE-1C4E-BAD9-D3B4-913D786F567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9E0584-A067-E8B2-2ADF-8B5A138B5D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6A90663-C45E-4197-AA0A-34B4FF7EC89A}"/>
              </a:ext>
            </a:extLst>
          </p:cNvPr>
          <p:cNvSpPr>
            <a:spLocks noGrp="1"/>
          </p:cNvSpPr>
          <p:nvPr>
            <p:ph type="dt" sz="half" idx="10"/>
          </p:nvPr>
        </p:nvSpPr>
        <p:spPr/>
        <p:txBody>
          <a:bodyPr/>
          <a:lstStyle/>
          <a:p>
            <a:fld id="{47641A74-98BD-4B3C-827E-E8E43FD96C93}" type="datetimeFigureOut">
              <a:rPr lang="en-GB" smtClean="0"/>
              <a:t>07/11/2025</a:t>
            </a:fld>
            <a:endParaRPr lang="en-GB"/>
          </a:p>
        </p:txBody>
      </p:sp>
      <p:sp>
        <p:nvSpPr>
          <p:cNvPr id="5" name="Footer Placeholder 4">
            <a:extLst>
              <a:ext uri="{FF2B5EF4-FFF2-40B4-BE49-F238E27FC236}">
                <a16:creationId xmlns:a16="http://schemas.microsoft.com/office/drawing/2014/main" id="{AA71D409-2079-EBFB-DA3C-969592ECA9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14A8983-65A7-BE7A-3ECB-60F797C9CACC}"/>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2452001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CD998-78BB-45C0-DC77-BFEB31D88B88}"/>
              </a:ext>
            </a:extLst>
          </p:cNvPr>
          <p:cNvSpPr>
            <a:spLocks noGrp="1"/>
          </p:cNvSpPr>
          <p:nvPr>
            <p:ph type="title"/>
          </p:nvPr>
        </p:nvSpPr>
        <p:spPr>
          <a:xfrm>
            <a:off x="655082" y="3191512"/>
            <a:ext cx="8281035" cy="5325109"/>
          </a:xfrm>
        </p:spPr>
        <p:txBody>
          <a:bodyPr anchor="b"/>
          <a:lstStyle>
            <a:lvl1pPr>
              <a:defRPr sz="112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927812D-600D-7B2D-69A4-F680EBB7A2CC}"/>
              </a:ext>
            </a:extLst>
          </p:cNvPr>
          <p:cNvSpPr>
            <a:spLocks noGrp="1"/>
          </p:cNvSpPr>
          <p:nvPr>
            <p:ph type="body" idx="1"/>
          </p:nvPr>
        </p:nvSpPr>
        <p:spPr>
          <a:xfrm>
            <a:off x="655082" y="8566999"/>
            <a:ext cx="8281035" cy="2800349"/>
          </a:xfrm>
        </p:spPr>
        <p:txBody>
          <a:bodyPr/>
          <a:lstStyle>
            <a:lvl1pPr marL="0" indent="0">
              <a:buNone/>
              <a:defRPr sz="4480">
                <a:solidFill>
                  <a:schemeClr val="tx1">
                    <a:tint val="75000"/>
                  </a:schemeClr>
                </a:solidFill>
              </a:defRPr>
            </a:lvl1pPr>
            <a:lvl2pPr marL="853455" indent="0">
              <a:buNone/>
              <a:defRPr sz="3733">
                <a:solidFill>
                  <a:schemeClr val="tx1">
                    <a:tint val="75000"/>
                  </a:schemeClr>
                </a:solidFill>
              </a:defRPr>
            </a:lvl2pPr>
            <a:lvl3pPr marL="1706910" indent="0">
              <a:buNone/>
              <a:defRPr sz="3360">
                <a:solidFill>
                  <a:schemeClr val="tx1">
                    <a:tint val="75000"/>
                  </a:schemeClr>
                </a:solidFill>
              </a:defRPr>
            </a:lvl3pPr>
            <a:lvl4pPr marL="2560366" indent="0">
              <a:buNone/>
              <a:defRPr sz="2987">
                <a:solidFill>
                  <a:schemeClr val="tx1">
                    <a:tint val="75000"/>
                  </a:schemeClr>
                </a:solidFill>
              </a:defRPr>
            </a:lvl4pPr>
            <a:lvl5pPr marL="3413821" indent="0">
              <a:buNone/>
              <a:defRPr sz="2987">
                <a:solidFill>
                  <a:schemeClr val="tx1">
                    <a:tint val="75000"/>
                  </a:schemeClr>
                </a:solidFill>
              </a:defRPr>
            </a:lvl5pPr>
            <a:lvl6pPr marL="4267276" indent="0">
              <a:buNone/>
              <a:defRPr sz="2987">
                <a:solidFill>
                  <a:schemeClr val="tx1">
                    <a:tint val="75000"/>
                  </a:schemeClr>
                </a:solidFill>
              </a:defRPr>
            </a:lvl6pPr>
            <a:lvl7pPr marL="5120731" indent="0">
              <a:buNone/>
              <a:defRPr sz="2987">
                <a:solidFill>
                  <a:schemeClr val="tx1">
                    <a:tint val="75000"/>
                  </a:schemeClr>
                </a:solidFill>
              </a:defRPr>
            </a:lvl7pPr>
            <a:lvl8pPr marL="5974187" indent="0">
              <a:buNone/>
              <a:defRPr sz="2987">
                <a:solidFill>
                  <a:schemeClr val="tx1">
                    <a:tint val="75000"/>
                  </a:schemeClr>
                </a:solidFill>
              </a:defRPr>
            </a:lvl8pPr>
            <a:lvl9pPr marL="6827642" indent="0">
              <a:buNone/>
              <a:defRPr sz="2987">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A42C1A-1D43-FD79-27DC-0F688D9BEE95}"/>
              </a:ext>
            </a:extLst>
          </p:cNvPr>
          <p:cNvSpPr>
            <a:spLocks noGrp="1"/>
          </p:cNvSpPr>
          <p:nvPr>
            <p:ph type="dt" sz="half" idx="10"/>
          </p:nvPr>
        </p:nvSpPr>
        <p:spPr/>
        <p:txBody>
          <a:bodyPr/>
          <a:lstStyle/>
          <a:p>
            <a:fld id="{47641A74-98BD-4B3C-827E-E8E43FD96C93}" type="datetimeFigureOut">
              <a:rPr lang="en-GB" smtClean="0"/>
              <a:t>07/11/2025</a:t>
            </a:fld>
            <a:endParaRPr lang="en-GB"/>
          </a:p>
        </p:txBody>
      </p:sp>
      <p:sp>
        <p:nvSpPr>
          <p:cNvPr id="5" name="Footer Placeholder 4">
            <a:extLst>
              <a:ext uri="{FF2B5EF4-FFF2-40B4-BE49-F238E27FC236}">
                <a16:creationId xmlns:a16="http://schemas.microsoft.com/office/drawing/2014/main" id="{C5003866-6470-3D4A-38A7-21AF758C6C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F6F41C7-6E95-5BAF-A838-B73FC74B464A}"/>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058519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75D1E-3E39-8C74-2CFE-E9F426D6FF9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6384DC3-52C3-DA95-4ED9-F089E646D969}"/>
              </a:ext>
            </a:extLst>
          </p:cNvPr>
          <p:cNvSpPr>
            <a:spLocks noGrp="1"/>
          </p:cNvSpPr>
          <p:nvPr>
            <p:ph sz="half" idx="1"/>
          </p:nvPr>
        </p:nvSpPr>
        <p:spPr>
          <a:xfrm>
            <a:off x="660083"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333F7AE-7948-6C06-5E53-C0B84A456129}"/>
              </a:ext>
            </a:extLst>
          </p:cNvPr>
          <p:cNvSpPr>
            <a:spLocks noGrp="1"/>
          </p:cNvSpPr>
          <p:nvPr>
            <p:ph sz="half" idx="2"/>
          </p:nvPr>
        </p:nvSpPr>
        <p:spPr>
          <a:xfrm>
            <a:off x="4860608"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1209914-CFA9-9D6C-9AD7-64D2B8C22830}"/>
              </a:ext>
            </a:extLst>
          </p:cNvPr>
          <p:cNvSpPr>
            <a:spLocks noGrp="1"/>
          </p:cNvSpPr>
          <p:nvPr>
            <p:ph type="dt" sz="half" idx="10"/>
          </p:nvPr>
        </p:nvSpPr>
        <p:spPr/>
        <p:txBody>
          <a:bodyPr/>
          <a:lstStyle/>
          <a:p>
            <a:fld id="{47641A74-98BD-4B3C-827E-E8E43FD96C93}" type="datetimeFigureOut">
              <a:rPr lang="en-GB" smtClean="0"/>
              <a:t>07/11/2025</a:t>
            </a:fld>
            <a:endParaRPr lang="en-GB"/>
          </a:p>
        </p:txBody>
      </p:sp>
      <p:sp>
        <p:nvSpPr>
          <p:cNvPr id="6" name="Footer Placeholder 5">
            <a:extLst>
              <a:ext uri="{FF2B5EF4-FFF2-40B4-BE49-F238E27FC236}">
                <a16:creationId xmlns:a16="http://schemas.microsoft.com/office/drawing/2014/main" id="{FAA3A4E8-A471-C661-4D2B-1C50B9803F6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5EED025-15FD-E1A6-D3D1-DAB417877C77}"/>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4020925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39F92-4706-3DDC-7BA6-907307250544}"/>
              </a:ext>
            </a:extLst>
          </p:cNvPr>
          <p:cNvSpPr>
            <a:spLocks noGrp="1"/>
          </p:cNvSpPr>
          <p:nvPr>
            <p:ph type="title"/>
          </p:nvPr>
        </p:nvSpPr>
        <p:spPr>
          <a:xfrm>
            <a:off x="661333" y="681568"/>
            <a:ext cx="8281035" cy="2474384"/>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12E1805-710E-6EE8-72D2-7E35549937A1}"/>
              </a:ext>
            </a:extLst>
          </p:cNvPr>
          <p:cNvSpPr>
            <a:spLocks noGrp="1"/>
          </p:cNvSpPr>
          <p:nvPr>
            <p:ph type="body" idx="1"/>
          </p:nvPr>
        </p:nvSpPr>
        <p:spPr>
          <a:xfrm>
            <a:off x="661334" y="3138171"/>
            <a:ext cx="4061757" cy="1537969"/>
          </a:xfrm>
        </p:spPr>
        <p:txBody>
          <a:bodyPr anchor="b"/>
          <a:lstStyle>
            <a:lvl1pPr marL="0" indent="0">
              <a:buNone/>
              <a:defRPr sz="4480" b="1"/>
            </a:lvl1pPr>
            <a:lvl2pPr marL="853455" indent="0">
              <a:buNone/>
              <a:defRPr sz="3733" b="1"/>
            </a:lvl2pPr>
            <a:lvl3pPr marL="1706910" indent="0">
              <a:buNone/>
              <a:defRPr sz="3360" b="1"/>
            </a:lvl3pPr>
            <a:lvl4pPr marL="2560366" indent="0">
              <a:buNone/>
              <a:defRPr sz="2987" b="1"/>
            </a:lvl4pPr>
            <a:lvl5pPr marL="3413821" indent="0">
              <a:buNone/>
              <a:defRPr sz="2987" b="1"/>
            </a:lvl5pPr>
            <a:lvl6pPr marL="4267276" indent="0">
              <a:buNone/>
              <a:defRPr sz="2987" b="1"/>
            </a:lvl6pPr>
            <a:lvl7pPr marL="5120731" indent="0">
              <a:buNone/>
              <a:defRPr sz="2987" b="1"/>
            </a:lvl7pPr>
            <a:lvl8pPr marL="5974187" indent="0">
              <a:buNone/>
              <a:defRPr sz="2987" b="1"/>
            </a:lvl8pPr>
            <a:lvl9pPr marL="6827642" indent="0">
              <a:buNone/>
              <a:defRPr sz="2987" b="1"/>
            </a:lvl9pPr>
          </a:lstStyle>
          <a:p>
            <a:pPr lvl="0"/>
            <a:r>
              <a:rPr lang="en-US"/>
              <a:t>Click to edit Master text styles</a:t>
            </a:r>
          </a:p>
        </p:txBody>
      </p:sp>
      <p:sp>
        <p:nvSpPr>
          <p:cNvPr id="4" name="Content Placeholder 3">
            <a:extLst>
              <a:ext uri="{FF2B5EF4-FFF2-40B4-BE49-F238E27FC236}">
                <a16:creationId xmlns:a16="http://schemas.microsoft.com/office/drawing/2014/main" id="{3074222E-79C4-C13E-F7DA-7A265BA5D986}"/>
              </a:ext>
            </a:extLst>
          </p:cNvPr>
          <p:cNvSpPr>
            <a:spLocks noGrp="1"/>
          </p:cNvSpPr>
          <p:nvPr>
            <p:ph sz="half" idx="2"/>
          </p:nvPr>
        </p:nvSpPr>
        <p:spPr>
          <a:xfrm>
            <a:off x="661334" y="4676140"/>
            <a:ext cx="4061757"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1C5D034-B89B-CCDE-6FB7-F6E8EA64E10C}"/>
              </a:ext>
            </a:extLst>
          </p:cNvPr>
          <p:cNvSpPr>
            <a:spLocks noGrp="1"/>
          </p:cNvSpPr>
          <p:nvPr>
            <p:ph type="body" sz="quarter" idx="3"/>
          </p:nvPr>
        </p:nvSpPr>
        <p:spPr>
          <a:xfrm>
            <a:off x="4860607" y="3138171"/>
            <a:ext cx="4081761" cy="1537969"/>
          </a:xfrm>
        </p:spPr>
        <p:txBody>
          <a:bodyPr anchor="b"/>
          <a:lstStyle>
            <a:lvl1pPr marL="0" indent="0">
              <a:buNone/>
              <a:defRPr sz="4480" b="1"/>
            </a:lvl1pPr>
            <a:lvl2pPr marL="853455" indent="0">
              <a:buNone/>
              <a:defRPr sz="3733" b="1"/>
            </a:lvl2pPr>
            <a:lvl3pPr marL="1706910" indent="0">
              <a:buNone/>
              <a:defRPr sz="3360" b="1"/>
            </a:lvl3pPr>
            <a:lvl4pPr marL="2560366" indent="0">
              <a:buNone/>
              <a:defRPr sz="2987" b="1"/>
            </a:lvl4pPr>
            <a:lvl5pPr marL="3413821" indent="0">
              <a:buNone/>
              <a:defRPr sz="2987" b="1"/>
            </a:lvl5pPr>
            <a:lvl6pPr marL="4267276" indent="0">
              <a:buNone/>
              <a:defRPr sz="2987" b="1"/>
            </a:lvl6pPr>
            <a:lvl7pPr marL="5120731" indent="0">
              <a:buNone/>
              <a:defRPr sz="2987" b="1"/>
            </a:lvl7pPr>
            <a:lvl8pPr marL="5974187" indent="0">
              <a:buNone/>
              <a:defRPr sz="2987" b="1"/>
            </a:lvl8pPr>
            <a:lvl9pPr marL="6827642" indent="0">
              <a:buNone/>
              <a:defRPr sz="2987" b="1"/>
            </a:lvl9pPr>
          </a:lstStyle>
          <a:p>
            <a:pPr lvl="0"/>
            <a:r>
              <a:rPr lang="en-US"/>
              <a:t>Click to edit Master text styles</a:t>
            </a:r>
          </a:p>
        </p:txBody>
      </p:sp>
      <p:sp>
        <p:nvSpPr>
          <p:cNvPr id="6" name="Content Placeholder 5">
            <a:extLst>
              <a:ext uri="{FF2B5EF4-FFF2-40B4-BE49-F238E27FC236}">
                <a16:creationId xmlns:a16="http://schemas.microsoft.com/office/drawing/2014/main" id="{CB137708-0F32-5EAE-16E3-5CEC2C48DDEC}"/>
              </a:ext>
            </a:extLst>
          </p:cNvPr>
          <p:cNvSpPr>
            <a:spLocks noGrp="1"/>
          </p:cNvSpPr>
          <p:nvPr>
            <p:ph sz="quarter" idx="4"/>
          </p:nvPr>
        </p:nvSpPr>
        <p:spPr>
          <a:xfrm>
            <a:off x="4860607" y="4676140"/>
            <a:ext cx="4081761"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3509398-9208-6CE7-B5D8-922184E484D3}"/>
              </a:ext>
            </a:extLst>
          </p:cNvPr>
          <p:cNvSpPr>
            <a:spLocks noGrp="1"/>
          </p:cNvSpPr>
          <p:nvPr>
            <p:ph type="dt" sz="half" idx="10"/>
          </p:nvPr>
        </p:nvSpPr>
        <p:spPr/>
        <p:txBody>
          <a:bodyPr/>
          <a:lstStyle/>
          <a:p>
            <a:fld id="{47641A74-98BD-4B3C-827E-E8E43FD96C93}" type="datetimeFigureOut">
              <a:rPr lang="en-GB" smtClean="0"/>
              <a:t>07/11/2025</a:t>
            </a:fld>
            <a:endParaRPr lang="en-GB"/>
          </a:p>
        </p:txBody>
      </p:sp>
      <p:sp>
        <p:nvSpPr>
          <p:cNvPr id="8" name="Footer Placeholder 7">
            <a:extLst>
              <a:ext uri="{FF2B5EF4-FFF2-40B4-BE49-F238E27FC236}">
                <a16:creationId xmlns:a16="http://schemas.microsoft.com/office/drawing/2014/main" id="{17FCADD5-DD6F-640A-A2AC-6FCEB414556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906E592-D0B8-9C85-06A0-398F62216259}"/>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447913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F9798-5B85-A4F2-E101-1121C3F9495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CF1F383-63DE-D0B8-8856-624481017098}"/>
              </a:ext>
            </a:extLst>
          </p:cNvPr>
          <p:cNvSpPr>
            <a:spLocks noGrp="1"/>
          </p:cNvSpPr>
          <p:nvPr>
            <p:ph type="dt" sz="half" idx="10"/>
          </p:nvPr>
        </p:nvSpPr>
        <p:spPr/>
        <p:txBody>
          <a:bodyPr/>
          <a:lstStyle/>
          <a:p>
            <a:fld id="{47641A74-98BD-4B3C-827E-E8E43FD96C93}" type="datetimeFigureOut">
              <a:rPr lang="en-GB" smtClean="0"/>
              <a:t>07/11/2025</a:t>
            </a:fld>
            <a:endParaRPr lang="en-GB"/>
          </a:p>
        </p:txBody>
      </p:sp>
      <p:sp>
        <p:nvSpPr>
          <p:cNvPr id="4" name="Footer Placeholder 3">
            <a:extLst>
              <a:ext uri="{FF2B5EF4-FFF2-40B4-BE49-F238E27FC236}">
                <a16:creationId xmlns:a16="http://schemas.microsoft.com/office/drawing/2014/main" id="{F514E45E-B824-F49A-D550-DFBBC2360D6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4DA846F-17E7-5BAF-65E8-E18B1D8235C5}"/>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867224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EA2AD3-BC1E-9021-B75C-7BB7BBA930D4}"/>
              </a:ext>
            </a:extLst>
          </p:cNvPr>
          <p:cNvSpPr>
            <a:spLocks noGrp="1"/>
          </p:cNvSpPr>
          <p:nvPr>
            <p:ph type="dt" sz="half" idx="10"/>
          </p:nvPr>
        </p:nvSpPr>
        <p:spPr/>
        <p:txBody>
          <a:bodyPr/>
          <a:lstStyle/>
          <a:p>
            <a:fld id="{47641A74-98BD-4B3C-827E-E8E43FD96C93}" type="datetimeFigureOut">
              <a:rPr lang="en-GB" smtClean="0"/>
              <a:t>07/11/2025</a:t>
            </a:fld>
            <a:endParaRPr lang="en-GB"/>
          </a:p>
        </p:txBody>
      </p:sp>
      <p:sp>
        <p:nvSpPr>
          <p:cNvPr id="3" name="Footer Placeholder 2">
            <a:extLst>
              <a:ext uri="{FF2B5EF4-FFF2-40B4-BE49-F238E27FC236}">
                <a16:creationId xmlns:a16="http://schemas.microsoft.com/office/drawing/2014/main" id="{3D601FD4-959E-CE8B-CAD5-C29DF791AB7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CE5199D-9EFE-4D3A-F830-FDE667B914E3}"/>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200707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2A318-38E3-4775-8C91-13BCC817BF4A}"/>
              </a:ext>
            </a:extLst>
          </p:cNvPr>
          <p:cNvSpPr>
            <a:spLocks noGrp="1"/>
          </p:cNvSpPr>
          <p:nvPr>
            <p:ph type="title"/>
          </p:nvPr>
        </p:nvSpPr>
        <p:spPr>
          <a:xfrm>
            <a:off x="661333" y="853440"/>
            <a:ext cx="3096637" cy="2987040"/>
          </a:xfrm>
        </p:spPr>
        <p:txBody>
          <a:bodyPr anchor="b"/>
          <a:lstStyle>
            <a:lvl1pPr>
              <a:defRPr sz="5973"/>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7E83DCD-037A-8390-B751-90536D891278}"/>
              </a:ext>
            </a:extLst>
          </p:cNvPr>
          <p:cNvSpPr>
            <a:spLocks noGrp="1"/>
          </p:cNvSpPr>
          <p:nvPr>
            <p:ph idx="1"/>
          </p:nvPr>
        </p:nvSpPr>
        <p:spPr>
          <a:xfrm>
            <a:off x="4081760" y="1843194"/>
            <a:ext cx="4860608" cy="9097433"/>
          </a:xfrm>
        </p:spPr>
        <p:txBody>
          <a:bodyPr/>
          <a:lstStyle>
            <a:lvl1pPr>
              <a:defRPr sz="5973"/>
            </a:lvl1pPr>
            <a:lvl2pPr>
              <a:defRPr sz="5227"/>
            </a:lvl2pPr>
            <a:lvl3pPr>
              <a:defRPr sz="4480"/>
            </a:lvl3pPr>
            <a:lvl4pPr>
              <a:defRPr sz="3733"/>
            </a:lvl4pPr>
            <a:lvl5pPr>
              <a:defRPr sz="3733"/>
            </a:lvl5pPr>
            <a:lvl6pPr>
              <a:defRPr sz="3733"/>
            </a:lvl6pPr>
            <a:lvl7pPr>
              <a:defRPr sz="3733"/>
            </a:lvl7pPr>
            <a:lvl8pPr>
              <a:defRPr sz="3733"/>
            </a:lvl8pPr>
            <a:lvl9pPr>
              <a:defRPr sz="37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5575D34-C1AA-27C9-3C46-0D6DD3484AF7}"/>
              </a:ext>
            </a:extLst>
          </p:cNvPr>
          <p:cNvSpPr>
            <a:spLocks noGrp="1"/>
          </p:cNvSpPr>
          <p:nvPr>
            <p:ph type="body" sz="half" idx="2"/>
          </p:nvPr>
        </p:nvSpPr>
        <p:spPr>
          <a:xfrm>
            <a:off x="661333" y="3840480"/>
            <a:ext cx="3096637" cy="7114964"/>
          </a:xfrm>
        </p:spPr>
        <p:txBody>
          <a:bodyPr/>
          <a:lstStyle>
            <a:lvl1pPr marL="0" indent="0">
              <a:buNone/>
              <a:defRPr sz="2987"/>
            </a:lvl1pPr>
            <a:lvl2pPr marL="853455" indent="0">
              <a:buNone/>
              <a:defRPr sz="2613"/>
            </a:lvl2pPr>
            <a:lvl3pPr marL="1706910" indent="0">
              <a:buNone/>
              <a:defRPr sz="2240"/>
            </a:lvl3pPr>
            <a:lvl4pPr marL="2560366" indent="0">
              <a:buNone/>
              <a:defRPr sz="1867"/>
            </a:lvl4pPr>
            <a:lvl5pPr marL="3413821" indent="0">
              <a:buNone/>
              <a:defRPr sz="1867"/>
            </a:lvl5pPr>
            <a:lvl6pPr marL="4267276" indent="0">
              <a:buNone/>
              <a:defRPr sz="1867"/>
            </a:lvl6pPr>
            <a:lvl7pPr marL="5120731" indent="0">
              <a:buNone/>
              <a:defRPr sz="1867"/>
            </a:lvl7pPr>
            <a:lvl8pPr marL="5974187" indent="0">
              <a:buNone/>
              <a:defRPr sz="1867"/>
            </a:lvl8pPr>
            <a:lvl9pPr marL="6827642" indent="0">
              <a:buNone/>
              <a:defRPr sz="1867"/>
            </a:lvl9pPr>
          </a:lstStyle>
          <a:p>
            <a:pPr lvl="0"/>
            <a:r>
              <a:rPr lang="en-US"/>
              <a:t>Click to edit Master text styles</a:t>
            </a:r>
          </a:p>
        </p:txBody>
      </p:sp>
      <p:sp>
        <p:nvSpPr>
          <p:cNvPr id="5" name="Date Placeholder 4">
            <a:extLst>
              <a:ext uri="{FF2B5EF4-FFF2-40B4-BE49-F238E27FC236}">
                <a16:creationId xmlns:a16="http://schemas.microsoft.com/office/drawing/2014/main" id="{52E1DB74-5801-1CA3-51E5-D0BCBA37E577}"/>
              </a:ext>
            </a:extLst>
          </p:cNvPr>
          <p:cNvSpPr>
            <a:spLocks noGrp="1"/>
          </p:cNvSpPr>
          <p:nvPr>
            <p:ph type="dt" sz="half" idx="10"/>
          </p:nvPr>
        </p:nvSpPr>
        <p:spPr/>
        <p:txBody>
          <a:bodyPr/>
          <a:lstStyle/>
          <a:p>
            <a:fld id="{47641A74-98BD-4B3C-827E-E8E43FD96C93}" type="datetimeFigureOut">
              <a:rPr lang="en-GB" smtClean="0"/>
              <a:t>07/11/2025</a:t>
            </a:fld>
            <a:endParaRPr lang="en-GB"/>
          </a:p>
        </p:txBody>
      </p:sp>
      <p:sp>
        <p:nvSpPr>
          <p:cNvPr id="6" name="Footer Placeholder 5">
            <a:extLst>
              <a:ext uri="{FF2B5EF4-FFF2-40B4-BE49-F238E27FC236}">
                <a16:creationId xmlns:a16="http://schemas.microsoft.com/office/drawing/2014/main" id="{010D4AE3-42FF-B0A6-1279-C81F30D198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4399B40-3CC6-20CD-8709-BABE62158F0D}"/>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334135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8D11-6676-AD97-54F8-77FB651B737E}"/>
              </a:ext>
            </a:extLst>
          </p:cNvPr>
          <p:cNvSpPr>
            <a:spLocks noGrp="1"/>
          </p:cNvSpPr>
          <p:nvPr>
            <p:ph type="title"/>
          </p:nvPr>
        </p:nvSpPr>
        <p:spPr>
          <a:xfrm>
            <a:off x="661333" y="853440"/>
            <a:ext cx="3096637" cy="2987040"/>
          </a:xfrm>
        </p:spPr>
        <p:txBody>
          <a:bodyPr anchor="b"/>
          <a:lstStyle>
            <a:lvl1pPr>
              <a:defRPr sz="5973"/>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077260A-7003-5D76-4AD8-81E5B66EBC21}"/>
              </a:ext>
            </a:extLst>
          </p:cNvPr>
          <p:cNvSpPr>
            <a:spLocks noGrp="1"/>
          </p:cNvSpPr>
          <p:nvPr>
            <p:ph type="pic" idx="1"/>
          </p:nvPr>
        </p:nvSpPr>
        <p:spPr>
          <a:xfrm>
            <a:off x="4081760" y="1843194"/>
            <a:ext cx="4860608" cy="9097433"/>
          </a:xfrm>
        </p:spPr>
        <p:txBody>
          <a:bodyPr/>
          <a:lstStyle>
            <a:lvl1pPr marL="0" indent="0">
              <a:buNone/>
              <a:defRPr sz="5973"/>
            </a:lvl1pPr>
            <a:lvl2pPr marL="853455" indent="0">
              <a:buNone/>
              <a:defRPr sz="5227"/>
            </a:lvl2pPr>
            <a:lvl3pPr marL="1706910" indent="0">
              <a:buNone/>
              <a:defRPr sz="4480"/>
            </a:lvl3pPr>
            <a:lvl4pPr marL="2560366" indent="0">
              <a:buNone/>
              <a:defRPr sz="3733"/>
            </a:lvl4pPr>
            <a:lvl5pPr marL="3413821" indent="0">
              <a:buNone/>
              <a:defRPr sz="3733"/>
            </a:lvl5pPr>
            <a:lvl6pPr marL="4267276" indent="0">
              <a:buNone/>
              <a:defRPr sz="3733"/>
            </a:lvl6pPr>
            <a:lvl7pPr marL="5120731" indent="0">
              <a:buNone/>
              <a:defRPr sz="3733"/>
            </a:lvl7pPr>
            <a:lvl8pPr marL="5974187" indent="0">
              <a:buNone/>
              <a:defRPr sz="3733"/>
            </a:lvl8pPr>
            <a:lvl9pPr marL="6827642" indent="0">
              <a:buNone/>
              <a:defRPr sz="3733"/>
            </a:lvl9pPr>
          </a:lstStyle>
          <a:p>
            <a:endParaRPr lang="en-GB"/>
          </a:p>
        </p:txBody>
      </p:sp>
      <p:sp>
        <p:nvSpPr>
          <p:cNvPr id="4" name="Text Placeholder 3">
            <a:extLst>
              <a:ext uri="{FF2B5EF4-FFF2-40B4-BE49-F238E27FC236}">
                <a16:creationId xmlns:a16="http://schemas.microsoft.com/office/drawing/2014/main" id="{72E64FAF-1B0B-C0E4-BB4A-C8771E4BD8B7}"/>
              </a:ext>
            </a:extLst>
          </p:cNvPr>
          <p:cNvSpPr>
            <a:spLocks noGrp="1"/>
          </p:cNvSpPr>
          <p:nvPr>
            <p:ph type="body" sz="half" idx="2"/>
          </p:nvPr>
        </p:nvSpPr>
        <p:spPr>
          <a:xfrm>
            <a:off x="661333" y="3840480"/>
            <a:ext cx="3096637" cy="7114964"/>
          </a:xfrm>
        </p:spPr>
        <p:txBody>
          <a:bodyPr/>
          <a:lstStyle>
            <a:lvl1pPr marL="0" indent="0">
              <a:buNone/>
              <a:defRPr sz="2987"/>
            </a:lvl1pPr>
            <a:lvl2pPr marL="853455" indent="0">
              <a:buNone/>
              <a:defRPr sz="2613"/>
            </a:lvl2pPr>
            <a:lvl3pPr marL="1706910" indent="0">
              <a:buNone/>
              <a:defRPr sz="2240"/>
            </a:lvl3pPr>
            <a:lvl4pPr marL="2560366" indent="0">
              <a:buNone/>
              <a:defRPr sz="1867"/>
            </a:lvl4pPr>
            <a:lvl5pPr marL="3413821" indent="0">
              <a:buNone/>
              <a:defRPr sz="1867"/>
            </a:lvl5pPr>
            <a:lvl6pPr marL="4267276" indent="0">
              <a:buNone/>
              <a:defRPr sz="1867"/>
            </a:lvl6pPr>
            <a:lvl7pPr marL="5120731" indent="0">
              <a:buNone/>
              <a:defRPr sz="1867"/>
            </a:lvl7pPr>
            <a:lvl8pPr marL="5974187" indent="0">
              <a:buNone/>
              <a:defRPr sz="1867"/>
            </a:lvl8pPr>
            <a:lvl9pPr marL="6827642" indent="0">
              <a:buNone/>
              <a:defRPr sz="1867"/>
            </a:lvl9pPr>
          </a:lstStyle>
          <a:p>
            <a:pPr lvl="0"/>
            <a:r>
              <a:rPr lang="en-US"/>
              <a:t>Click to edit Master text styles</a:t>
            </a:r>
          </a:p>
        </p:txBody>
      </p:sp>
      <p:sp>
        <p:nvSpPr>
          <p:cNvPr id="5" name="Date Placeholder 4">
            <a:extLst>
              <a:ext uri="{FF2B5EF4-FFF2-40B4-BE49-F238E27FC236}">
                <a16:creationId xmlns:a16="http://schemas.microsoft.com/office/drawing/2014/main" id="{84781043-F4E0-B6B2-9B02-A39D0C61B15F}"/>
              </a:ext>
            </a:extLst>
          </p:cNvPr>
          <p:cNvSpPr>
            <a:spLocks noGrp="1"/>
          </p:cNvSpPr>
          <p:nvPr>
            <p:ph type="dt" sz="half" idx="10"/>
          </p:nvPr>
        </p:nvSpPr>
        <p:spPr/>
        <p:txBody>
          <a:bodyPr/>
          <a:lstStyle/>
          <a:p>
            <a:fld id="{47641A74-98BD-4B3C-827E-E8E43FD96C93}" type="datetimeFigureOut">
              <a:rPr lang="en-GB" smtClean="0"/>
              <a:t>07/11/2025</a:t>
            </a:fld>
            <a:endParaRPr lang="en-GB"/>
          </a:p>
        </p:txBody>
      </p:sp>
      <p:sp>
        <p:nvSpPr>
          <p:cNvPr id="6" name="Footer Placeholder 5">
            <a:extLst>
              <a:ext uri="{FF2B5EF4-FFF2-40B4-BE49-F238E27FC236}">
                <a16:creationId xmlns:a16="http://schemas.microsoft.com/office/drawing/2014/main" id="{D24F4448-4867-29B0-B381-ABD2324B4E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FACF4C-402B-97E5-D6F8-6282619D925D}"/>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2778731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EB5B2-D5B0-19AC-BEB0-9D73849D3E5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06005CA-94BC-E16C-EF84-344BD073F8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F94088-AE02-9F42-0711-DB0AF9A0CDB3}"/>
              </a:ext>
            </a:extLst>
          </p:cNvPr>
          <p:cNvSpPr>
            <a:spLocks noGrp="1"/>
          </p:cNvSpPr>
          <p:nvPr>
            <p:ph type="dt" sz="half" idx="10"/>
          </p:nvPr>
        </p:nvSpPr>
        <p:spPr/>
        <p:txBody>
          <a:bodyPr/>
          <a:lstStyle/>
          <a:p>
            <a:fld id="{47641A74-98BD-4B3C-827E-E8E43FD96C93}" type="datetimeFigureOut">
              <a:rPr lang="en-GB" smtClean="0"/>
              <a:t>07/11/2025</a:t>
            </a:fld>
            <a:endParaRPr lang="en-GB"/>
          </a:p>
        </p:txBody>
      </p:sp>
      <p:sp>
        <p:nvSpPr>
          <p:cNvPr id="5" name="Footer Placeholder 4">
            <a:extLst>
              <a:ext uri="{FF2B5EF4-FFF2-40B4-BE49-F238E27FC236}">
                <a16:creationId xmlns:a16="http://schemas.microsoft.com/office/drawing/2014/main" id="{7FA0081D-87C2-4B1B-DDE0-CC3F00DF20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445E1E-A0A0-BC08-735D-62C39D971EA0}"/>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655154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9DBB0D-0647-BD14-ACDE-3FE29F7DAF94}"/>
              </a:ext>
            </a:extLst>
          </p:cNvPr>
          <p:cNvSpPr>
            <a:spLocks noGrp="1"/>
          </p:cNvSpPr>
          <p:nvPr>
            <p:ph type="title" orient="vert"/>
          </p:nvPr>
        </p:nvSpPr>
        <p:spPr>
          <a:xfrm>
            <a:off x="6870859" y="681567"/>
            <a:ext cx="2070259" cy="1084876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91E2EB1-B200-E53F-4C09-07E4B9A25240}"/>
              </a:ext>
            </a:extLst>
          </p:cNvPr>
          <p:cNvSpPr>
            <a:spLocks noGrp="1"/>
          </p:cNvSpPr>
          <p:nvPr>
            <p:ph type="body" orient="vert" idx="1"/>
          </p:nvPr>
        </p:nvSpPr>
        <p:spPr>
          <a:xfrm>
            <a:off x="660083" y="681567"/>
            <a:ext cx="6090761" cy="108487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5D952A-342F-8455-302E-FD29E5066A15}"/>
              </a:ext>
            </a:extLst>
          </p:cNvPr>
          <p:cNvSpPr>
            <a:spLocks noGrp="1"/>
          </p:cNvSpPr>
          <p:nvPr>
            <p:ph type="dt" sz="half" idx="10"/>
          </p:nvPr>
        </p:nvSpPr>
        <p:spPr/>
        <p:txBody>
          <a:bodyPr/>
          <a:lstStyle/>
          <a:p>
            <a:fld id="{47641A74-98BD-4B3C-827E-E8E43FD96C93}" type="datetimeFigureOut">
              <a:rPr lang="en-GB" smtClean="0"/>
              <a:t>07/11/2025</a:t>
            </a:fld>
            <a:endParaRPr lang="en-GB"/>
          </a:p>
        </p:txBody>
      </p:sp>
      <p:sp>
        <p:nvSpPr>
          <p:cNvPr id="5" name="Footer Placeholder 4">
            <a:extLst>
              <a:ext uri="{FF2B5EF4-FFF2-40B4-BE49-F238E27FC236}">
                <a16:creationId xmlns:a16="http://schemas.microsoft.com/office/drawing/2014/main" id="{22F88315-D6D6-B195-E85D-6EE3849FE9A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E1E61F3-CA3E-E61E-9D5D-F0E721CF0231}"/>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624505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3BBE65-6769-7B1F-8E17-8E4DEE0F5E6F}"/>
              </a:ext>
            </a:extLst>
          </p:cNvPr>
          <p:cNvSpPr>
            <a:spLocks noGrp="1"/>
          </p:cNvSpPr>
          <p:nvPr>
            <p:ph type="title"/>
          </p:nvPr>
        </p:nvSpPr>
        <p:spPr>
          <a:xfrm>
            <a:off x="660083" y="681568"/>
            <a:ext cx="8281035" cy="2474384"/>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99B3C84-1ABC-9785-51AA-DEFE5FD58DE4}"/>
              </a:ext>
            </a:extLst>
          </p:cNvPr>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4952F6-A5E3-AE07-1374-AB3E6483774A}"/>
              </a:ext>
            </a:extLst>
          </p:cNvPr>
          <p:cNvSpPr>
            <a:spLocks noGrp="1"/>
          </p:cNvSpPr>
          <p:nvPr>
            <p:ph type="dt" sz="half" idx="2"/>
          </p:nvPr>
        </p:nvSpPr>
        <p:spPr>
          <a:xfrm>
            <a:off x="660083" y="11865187"/>
            <a:ext cx="2160270" cy="681567"/>
          </a:xfrm>
          <a:prstGeom prst="rect">
            <a:avLst/>
          </a:prstGeom>
        </p:spPr>
        <p:txBody>
          <a:bodyPr vert="horz" lIns="91440" tIns="45720" rIns="91440" bIns="45720" rtlCol="0" anchor="ctr"/>
          <a:lstStyle>
            <a:lvl1pPr algn="l">
              <a:defRPr sz="2240">
                <a:solidFill>
                  <a:schemeClr val="tx1">
                    <a:tint val="75000"/>
                  </a:schemeClr>
                </a:solidFill>
              </a:defRPr>
            </a:lvl1pPr>
          </a:lstStyle>
          <a:p>
            <a:fld id="{47641A74-98BD-4B3C-827E-E8E43FD96C93}" type="datetimeFigureOut">
              <a:rPr lang="en-GB" smtClean="0"/>
              <a:t>07/11/2025</a:t>
            </a:fld>
            <a:endParaRPr lang="en-GB"/>
          </a:p>
        </p:txBody>
      </p:sp>
      <p:sp>
        <p:nvSpPr>
          <p:cNvPr id="5" name="Footer Placeholder 4">
            <a:extLst>
              <a:ext uri="{FF2B5EF4-FFF2-40B4-BE49-F238E27FC236}">
                <a16:creationId xmlns:a16="http://schemas.microsoft.com/office/drawing/2014/main" id="{2DD11E92-5A95-C483-050F-E7CB60E47E38}"/>
              </a:ext>
            </a:extLst>
          </p:cNvPr>
          <p:cNvSpPr>
            <a:spLocks noGrp="1"/>
          </p:cNvSpPr>
          <p:nvPr>
            <p:ph type="ftr" sz="quarter" idx="3"/>
          </p:nvPr>
        </p:nvSpPr>
        <p:spPr>
          <a:xfrm>
            <a:off x="3180398" y="11865187"/>
            <a:ext cx="3240405" cy="681567"/>
          </a:xfrm>
          <a:prstGeom prst="rect">
            <a:avLst/>
          </a:prstGeom>
        </p:spPr>
        <p:txBody>
          <a:bodyPr vert="horz" lIns="91440" tIns="45720" rIns="91440" bIns="45720" rtlCol="0" anchor="ctr"/>
          <a:lstStyle>
            <a:lvl1pPr algn="ctr">
              <a:defRPr sz="224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63E2AB0-37CA-182D-9940-8EDF9D524C17}"/>
              </a:ext>
            </a:extLst>
          </p:cNvPr>
          <p:cNvSpPr>
            <a:spLocks noGrp="1"/>
          </p:cNvSpPr>
          <p:nvPr>
            <p:ph type="sldNum" sz="quarter" idx="4"/>
          </p:nvPr>
        </p:nvSpPr>
        <p:spPr>
          <a:xfrm>
            <a:off x="6780848" y="11865187"/>
            <a:ext cx="2160270" cy="681567"/>
          </a:xfrm>
          <a:prstGeom prst="rect">
            <a:avLst/>
          </a:prstGeom>
        </p:spPr>
        <p:txBody>
          <a:bodyPr vert="horz" lIns="91440" tIns="45720" rIns="91440" bIns="45720" rtlCol="0" anchor="ctr"/>
          <a:lstStyle>
            <a:lvl1pPr algn="r">
              <a:defRPr sz="2240">
                <a:solidFill>
                  <a:schemeClr val="tx1">
                    <a:tint val="75000"/>
                  </a:schemeClr>
                </a:solidFill>
              </a:defRPr>
            </a:lvl1pPr>
          </a:lstStyle>
          <a:p>
            <a:fld id="{F88AA56C-1734-4119-BA56-AE67025E1ADC}" type="slidenum">
              <a:rPr lang="en-GB" smtClean="0"/>
              <a:t>‹#›</a:t>
            </a:fld>
            <a:endParaRPr lang="en-GB"/>
          </a:p>
        </p:txBody>
      </p:sp>
    </p:spTree>
    <p:extLst>
      <p:ext uri="{BB962C8B-B14F-4D97-AF65-F5344CB8AC3E}">
        <p14:creationId xmlns:p14="http://schemas.microsoft.com/office/powerpoint/2010/main" val="1527400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706910" rtl="0" eaLnBrk="1" latinLnBrk="0" hangingPunct="1">
        <a:lnSpc>
          <a:spcPct val="90000"/>
        </a:lnSpc>
        <a:spcBef>
          <a:spcPct val="0"/>
        </a:spcBef>
        <a:buNone/>
        <a:defRPr sz="8213" kern="1200">
          <a:solidFill>
            <a:schemeClr val="tx1"/>
          </a:solidFill>
          <a:latin typeface="+mj-lt"/>
          <a:ea typeface="+mj-ea"/>
          <a:cs typeface="+mj-cs"/>
        </a:defRPr>
      </a:lvl1pPr>
    </p:titleStyle>
    <p:bodyStyle>
      <a:lvl1pPr marL="426728" indent="-426728" algn="l" defTabSz="1706910" rtl="0" eaLnBrk="1" latinLnBrk="0" hangingPunct="1">
        <a:lnSpc>
          <a:spcPct val="90000"/>
        </a:lnSpc>
        <a:spcBef>
          <a:spcPts val="1867"/>
        </a:spcBef>
        <a:buFont typeface="Arial" panose="020B0604020202020204" pitchFamily="34" charset="0"/>
        <a:buChar char="•"/>
        <a:defRPr sz="5227" kern="1200">
          <a:solidFill>
            <a:schemeClr val="tx1"/>
          </a:solidFill>
          <a:latin typeface="+mn-lt"/>
          <a:ea typeface="+mn-ea"/>
          <a:cs typeface="+mn-cs"/>
        </a:defRPr>
      </a:lvl1pPr>
      <a:lvl2pPr marL="1280183" indent="-426728" algn="l" defTabSz="1706910" rtl="0" eaLnBrk="1" latinLnBrk="0" hangingPunct="1">
        <a:lnSpc>
          <a:spcPct val="90000"/>
        </a:lnSpc>
        <a:spcBef>
          <a:spcPts val="933"/>
        </a:spcBef>
        <a:buFont typeface="Arial" panose="020B0604020202020204" pitchFamily="34" charset="0"/>
        <a:buChar char="•"/>
        <a:defRPr sz="4480" kern="1200">
          <a:solidFill>
            <a:schemeClr val="tx1"/>
          </a:solidFill>
          <a:latin typeface="+mn-lt"/>
          <a:ea typeface="+mn-ea"/>
          <a:cs typeface="+mn-cs"/>
        </a:defRPr>
      </a:lvl2pPr>
      <a:lvl3pPr marL="2133638" indent="-426728" algn="l" defTabSz="1706910" rtl="0" eaLnBrk="1" latinLnBrk="0" hangingPunct="1">
        <a:lnSpc>
          <a:spcPct val="90000"/>
        </a:lnSpc>
        <a:spcBef>
          <a:spcPts val="933"/>
        </a:spcBef>
        <a:buFont typeface="Arial" panose="020B0604020202020204" pitchFamily="34" charset="0"/>
        <a:buChar char="•"/>
        <a:defRPr sz="3733" kern="1200">
          <a:solidFill>
            <a:schemeClr val="tx1"/>
          </a:solidFill>
          <a:latin typeface="+mn-lt"/>
          <a:ea typeface="+mn-ea"/>
          <a:cs typeface="+mn-cs"/>
        </a:defRPr>
      </a:lvl3pPr>
      <a:lvl4pPr marL="2987093"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4pPr>
      <a:lvl5pPr marL="3840549"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5pPr>
      <a:lvl6pPr marL="4694004"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6pPr>
      <a:lvl7pPr marL="5547459"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7pPr>
      <a:lvl8pPr marL="6400914"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8pPr>
      <a:lvl9pPr marL="7254370"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9pPr>
    </p:bodyStyle>
    <p:otherStyle>
      <a:defPPr>
        <a:defRPr lang="en-US"/>
      </a:defPPr>
      <a:lvl1pPr marL="0" algn="l" defTabSz="1706910" rtl="0" eaLnBrk="1" latinLnBrk="0" hangingPunct="1">
        <a:defRPr sz="3360" kern="1200">
          <a:solidFill>
            <a:schemeClr val="tx1"/>
          </a:solidFill>
          <a:latin typeface="+mn-lt"/>
          <a:ea typeface="+mn-ea"/>
          <a:cs typeface="+mn-cs"/>
        </a:defRPr>
      </a:lvl1pPr>
      <a:lvl2pPr marL="853455" algn="l" defTabSz="1706910" rtl="0" eaLnBrk="1" latinLnBrk="0" hangingPunct="1">
        <a:defRPr sz="3360" kern="1200">
          <a:solidFill>
            <a:schemeClr val="tx1"/>
          </a:solidFill>
          <a:latin typeface="+mn-lt"/>
          <a:ea typeface="+mn-ea"/>
          <a:cs typeface="+mn-cs"/>
        </a:defRPr>
      </a:lvl2pPr>
      <a:lvl3pPr marL="1706910" algn="l" defTabSz="1706910" rtl="0" eaLnBrk="1" latinLnBrk="0" hangingPunct="1">
        <a:defRPr sz="3360" kern="1200">
          <a:solidFill>
            <a:schemeClr val="tx1"/>
          </a:solidFill>
          <a:latin typeface="+mn-lt"/>
          <a:ea typeface="+mn-ea"/>
          <a:cs typeface="+mn-cs"/>
        </a:defRPr>
      </a:lvl3pPr>
      <a:lvl4pPr marL="2560366" algn="l" defTabSz="1706910" rtl="0" eaLnBrk="1" latinLnBrk="0" hangingPunct="1">
        <a:defRPr sz="3360" kern="1200">
          <a:solidFill>
            <a:schemeClr val="tx1"/>
          </a:solidFill>
          <a:latin typeface="+mn-lt"/>
          <a:ea typeface="+mn-ea"/>
          <a:cs typeface="+mn-cs"/>
        </a:defRPr>
      </a:lvl4pPr>
      <a:lvl5pPr marL="3413821" algn="l" defTabSz="1706910" rtl="0" eaLnBrk="1" latinLnBrk="0" hangingPunct="1">
        <a:defRPr sz="3360" kern="1200">
          <a:solidFill>
            <a:schemeClr val="tx1"/>
          </a:solidFill>
          <a:latin typeface="+mn-lt"/>
          <a:ea typeface="+mn-ea"/>
          <a:cs typeface="+mn-cs"/>
        </a:defRPr>
      </a:lvl5pPr>
      <a:lvl6pPr marL="4267276" algn="l" defTabSz="1706910" rtl="0" eaLnBrk="1" latinLnBrk="0" hangingPunct="1">
        <a:defRPr sz="3360" kern="1200">
          <a:solidFill>
            <a:schemeClr val="tx1"/>
          </a:solidFill>
          <a:latin typeface="+mn-lt"/>
          <a:ea typeface="+mn-ea"/>
          <a:cs typeface="+mn-cs"/>
        </a:defRPr>
      </a:lvl6pPr>
      <a:lvl7pPr marL="5120731" algn="l" defTabSz="1706910" rtl="0" eaLnBrk="1" latinLnBrk="0" hangingPunct="1">
        <a:defRPr sz="3360" kern="1200">
          <a:solidFill>
            <a:schemeClr val="tx1"/>
          </a:solidFill>
          <a:latin typeface="+mn-lt"/>
          <a:ea typeface="+mn-ea"/>
          <a:cs typeface="+mn-cs"/>
        </a:defRPr>
      </a:lvl7pPr>
      <a:lvl8pPr marL="5974187" algn="l" defTabSz="1706910" rtl="0" eaLnBrk="1" latinLnBrk="0" hangingPunct="1">
        <a:defRPr sz="3360" kern="1200">
          <a:solidFill>
            <a:schemeClr val="tx1"/>
          </a:solidFill>
          <a:latin typeface="+mn-lt"/>
          <a:ea typeface="+mn-ea"/>
          <a:cs typeface="+mn-cs"/>
        </a:defRPr>
      </a:lvl8pPr>
      <a:lvl9pPr marL="6827642" algn="l" defTabSz="1706910" rtl="0" eaLnBrk="1" latinLnBrk="0" hangingPunct="1">
        <a:defRPr sz="33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5C505450-C5E0-1B5C-6748-4D78433A1E86}"/>
              </a:ext>
            </a:extLst>
          </p:cNvPr>
          <p:cNvGraphicFramePr>
            <a:graphicFrameLocks noGrp="1"/>
          </p:cNvGraphicFramePr>
          <p:nvPr>
            <p:extLst>
              <p:ext uri="{D42A27DB-BD31-4B8C-83A1-F6EECF244321}">
                <p14:modId xmlns:p14="http://schemas.microsoft.com/office/powerpoint/2010/main" val="3423266230"/>
              </p:ext>
            </p:extLst>
          </p:nvPr>
        </p:nvGraphicFramePr>
        <p:xfrm>
          <a:off x="184150" y="2251279"/>
          <a:ext cx="9232900" cy="10370819"/>
        </p:xfrm>
        <a:graphic>
          <a:graphicData uri="http://schemas.openxmlformats.org/drawingml/2006/table">
            <a:tbl>
              <a:tblPr firstRow="1" bandRow="1">
                <a:tableStyleId>{5940675A-B579-460E-94D1-54222C63F5DA}</a:tableStyleId>
              </a:tblPr>
              <a:tblGrid>
                <a:gridCol w="4616450">
                  <a:extLst>
                    <a:ext uri="{9D8B030D-6E8A-4147-A177-3AD203B41FA5}">
                      <a16:colId xmlns:a16="http://schemas.microsoft.com/office/drawing/2014/main" val="2764526960"/>
                    </a:ext>
                  </a:extLst>
                </a:gridCol>
                <a:gridCol w="4616450">
                  <a:extLst>
                    <a:ext uri="{9D8B030D-6E8A-4147-A177-3AD203B41FA5}">
                      <a16:colId xmlns:a16="http://schemas.microsoft.com/office/drawing/2014/main" val="4046254876"/>
                    </a:ext>
                  </a:extLst>
                </a:gridCol>
              </a:tblGrid>
              <a:tr h="3863030">
                <a:tc>
                  <a:txBody>
                    <a:bodyPr/>
                    <a:lstStyle/>
                    <a:p>
                      <a:r>
                        <a:rPr lang="en-GB" sz="2000" dirty="0"/>
                        <a:t>2. Project Methodology</a:t>
                      </a:r>
                    </a:p>
                    <a:p>
                      <a:pPr marL="228600" indent="-228600">
                        <a:buAutoNum type="arabicPeriod"/>
                      </a:pPr>
                      <a:r>
                        <a:rPr lang="en-GB" sz="1000" dirty="0"/>
                        <a:t>List the steps you took to carry out the project</a:t>
                      </a:r>
                    </a:p>
                    <a:p>
                      <a:pPr marL="228600" indent="-228600">
                        <a:buAutoNum type="arabicPeriod"/>
                      </a:pPr>
                      <a:r>
                        <a:rPr lang="en-GB" sz="1000" dirty="0"/>
                        <a:t>Include train/validate/test split and model selection</a:t>
                      </a:r>
                    </a:p>
                    <a:p>
                      <a:pPr marL="228600" indent="-228600">
                        <a:buAutoNum type="arabicPeriod"/>
                      </a:pPr>
                      <a:r>
                        <a:rPr lang="en-GB" sz="1000" dirty="0"/>
                        <a:t>This list should cover ALL the steps in the process</a:t>
                      </a:r>
                    </a:p>
                    <a:p>
                      <a:pPr marL="228600" indent="-228600">
                        <a:buAutoNum type="arabicPeriod"/>
                      </a:pPr>
                      <a:r>
                        <a:rPr lang="en-GB" sz="1000" dirty="0"/>
                        <a:t>…</a:t>
                      </a:r>
                    </a:p>
                    <a:p>
                      <a:pPr marL="228600" indent="-228600">
                        <a:buAutoNum type="arabicPeriod"/>
                      </a:pPr>
                      <a:r>
                        <a:rPr lang="en-GB" sz="1000" dirty="0"/>
                        <a:t>…</a:t>
                      </a:r>
                    </a:p>
                    <a:p>
                      <a:pPr marL="0" indent="0">
                        <a:buNone/>
                      </a:pPr>
                      <a:endParaRPr lang="en-GB" sz="1200" dirty="0"/>
                    </a:p>
                    <a:p>
                      <a:pPr marL="0" marR="0" lvl="0" indent="0" algn="l" defTabSz="1706910" rtl="0" eaLnBrk="1" fontAlgn="auto" latinLnBrk="0" hangingPunct="1">
                        <a:lnSpc>
                          <a:spcPct val="100000"/>
                        </a:lnSpc>
                        <a:spcBef>
                          <a:spcPts val="0"/>
                        </a:spcBef>
                        <a:spcAft>
                          <a:spcPts val="0"/>
                        </a:spcAft>
                        <a:buClrTx/>
                        <a:buSzTx/>
                        <a:buFontTx/>
                        <a:buNone/>
                        <a:tabLst/>
                        <a:defRPr/>
                      </a:pPr>
                      <a:endParaRPr lang="en-GB" sz="1200" dirty="0"/>
                    </a:p>
                    <a:p>
                      <a:pPr marL="0" indent="0">
                        <a:buNone/>
                      </a:pPr>
                      <a:endParaRPr lang="en-GB" sz="1200" dirty="0"/>
                    </a:p>
                    <a:p>
                      <a:pPr marL="0" indent="0">
                        <a:buNone/>
                      </a:pPr>
                      <a:endParaRPr lang="en-GB" sz="1200" dirty="0"/>
                    </a:p>
                    <a:p>
                      <a:pPr marL="0" indent="0">
                        <a:buNone/>
                      </a:pPr>
                      <a:endParaRPr lang="en-GB" sz="1200" dirty="0"/>
                    </a:p>
                    <a:p>
                      <a:pPr marL="0" indent="0">
                        <a:buNone/>
                      </a:pPr>
                      <a:endParaRPr lang="en-GB" sz="1200" dirty="0"/>
                    </a:p>
                    <a:p>
                      <a:pPr marL="0" indent="0">
                        <a:buNone/>
                      </a:pPr>
                      <a:endParaRPr lang="en-GB" sz="1200" dirty="0"/>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2000" kern="1200" dirty="0">
                          <a:solidFill>
                            <a:schemeClr val="tx1"/>
                          </a:solidFill>
                          <a:latin typeface="+mn-lt"/>
                          <a:ea typeface="+mn-ea"/>
                          <a:cs typeface="+mn-cs"/>
                        </a:rPr>
                        <a:t>3 Variables</a:t>
                      </a:r>
                      <a:endParaRPr lang="en-GB" dirty="0"/>
                    </a:p>
                    <a:p>
                      <a:r>
                        <a:rPr lang="en-GB" sz="1050" dirty="0"/>
                        <a:t>Say which variables you used in your model, and whether you treated then as numeric or categorical. Explain the impact your choices will have on the models you build. You can use a table:</a:t>
                      </a:r>
                    </a:p>
                    <a:p>
                      <a:endParaRPr lang="en-GB" sz="1200" dirty="0"/>
                    </a:p>
                  </a:txBody>
                  <a:tcPr/>
                </a:tc>
                <a:extLst>
                  <a:ext uri="{0D108BD9-81ED-4DB2-BD59-A6C34878D82A}">
                    <a16:rowId xmlns:a16="http://schemas.microsoft.com/office/drawing/2014/main" val="4220087450"/>
                  </a:ext>
                </a:extLst>
              </a:tr>
              <a:tr h="2769141">
                <a:tc gridSpan="2">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2000" kern="1200" dirty="0">
                          <a:solidFill>
                            <a:schemeClr val="tx1"/>
                          </a:solidFill>
                          <a:latin typeface="+mn-lt"/>
                          <a:ea typeface="+mn-ea"/>
                          <a:cs typeface="+mn-cs"/>
                        </a:rPr>
                        <a:t>4. Model Training and Hyper Parameters</a:t>
                      </a:r>
                    </a:p>
                    <a:p>
                      <a:pPr marL="0" marR="0" lvl="0" indent="0" algn="l" defTabSz="1706910" rtl="0" eaLnBrk="1" fontAlgn="auto" latinLnBrk="0" hangingPunct="1">
                        <a:lnSpc>
                          <a:spcPct val="100000"/>
                        </a:lnSpc>
                        <a:spcBef>
                          <a:spcPts val="0"/>
                        </a:spcBef>
                        <a:spcAft>
                          <a:spcPts val="0"/>
                        </a:spcAft>
                        <a:buClrTx/>
                        <a:buSzTx/>
                        <a:buFontTx/>
                        <a:buNone/>
                        <a:tabLst/>
                        <a:defRPr/>
                      </a:pPr>
                      <a:r>
                        <a:rPr lang="en-US" sz="1050" dirty="0"/>
                        <a:t>A table showing the different models and hyper parameters you trained, along with the correct metric for each; Add a sentence on how you chose the hyper parameter values. Make sure you name the metric correctly.</a:t>
                      </a:r>
                      <a:endParaRPr lang="en-GB" sz="1050" kern="1200" dirty="0">
                        <a:solidFill>
                          <a:schemeClr val="tx1"/>
                        </a:solidFill>
                        <a:latin typeface="+mn-lt"/>
                        <a:ea typeface="+mn-ea"/>
                        <a:cs typeface="+mn-cs"/>
                      </a:endParaRPr>
                    </a:p>
                  </a:txBody>
                  <a:tcPr/>
                </a:tc>
                <a:tc hMerge="1">
                  <a:txBody>
                    <a:bodyPr/>
                    <a:lstStyle/>
                    <a:p>
                      <a:r>
                        <a:rPr lang="en-GB" dirty="0"/>
                        <a:t>Model Hyper Parameters</a:t>
                      </a:r>
                    </a:p>
                  </a:txBody>
                  <a:tcPr/>
                </a:tc>
                <a:extLst>
                  <a:ext uri="{0D108BD9-81ED-4DB2-BD59-A6C34878D82A}">
                    <a16:rowId xmlns:a16="http://schemas.microsoft.com/office/drawing/2014/main" val="2896326707"/>
                  </a:ext>
                </a:extLst>
              </a:tr>
              <a:tr h="1869324">
                <a:tc rowSpan="2">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mn-lt"/>
                          <a:ea typeface="+mn-ea"/>
                          <a:cs typeface="+mn-cs"/>
                        </a:rPr>
                        <a:t>5. Final Model and Results</a:t>
                      </a: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mn-lt"/>
                          <a:ea typeface="+mn-ea"/>
                          <a:cs typeface="+mn-cs"/>
                        </a:rPr>
                        <a:t>Say how you chose the final model to test, and how you trained that model.</a:t>
                      </a: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mn-lt"/>
                          <a:ea typeface="+mn-ea"/>
                          <a:cs typeface="+mn-cs"/>
                        </a:rPr>
                        <a:t>Put the confusion matrix here</a:t>
                      </a: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r>
                        <a:rPr lang="en-GB" sz="1050" dirty="0"/>
                        <a:t>Explain what the confusion matrix tells us.</a:t>
                      </a: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endParaRPr lang="en-GB" dirty="0"/>
                    </a:p>
                  </a:txBody>
                  <a:tcPr/>
                </a:tc>
                <a:tc>
                  <a:txBody>
                    <a:bodyPr/>
                    <a:lstStyle/>
                    <a:p>
                      <a:r>
                        <a:rPr lang="en-GB" sz="2000" dirty="0"/>
                        <a:t>6. Insight about data or models gained</a:t>
                      </a:r>
                      <a:endParaRPr lang="en-GB" sz="1200" dirty="0"/>
                    </a:p>
                    <a:p>
                      <a:endParaRPr lang="en-GB" sz="1200" dirty="0"/>
                    </a:p>
                    <a:p>
                      <a:pPr marL="457200" lvl="0" indent="-457200">
                        <a:buFont typeface="Arial"/>
                        <a:buChar char="•"/>
                      </a:pPr>
                      <a:r>
                        <a:rPr lang="en-GB" sz="1050" b="0" i="0" u="none" strike="noStrike" noProof="0" dirty="0">
                          <a:solidFill>
                            <a:srgbClr val="000000"/>
                          </a:solidFill>
                          <a:latin typeface="Calibri"/>
                        </a:rPr>
                        <a:t>For example, did you learn anything about specific features that drive the model? Is the model biased towards particular groups in the data? Is the model you've chosen good for helping us to understand why particular predictions are made?</a:t>
                      </a:r>
                    </a:p>
                    <a:p>
                      <a:endParaRPr lang="en-GB" sz="1200" dirty="0"/>
                    </a:p>
                    <a:p>
                      <a:endParaRPr lang="en-GB" sz="1200" dirty="0"/>
                    </a:p>
                  </a:txBody>
                  <a:tcPr/>
                </a:tc>
                <a:extLst>
                  <a:ext uri="{0D108BD9-81ED-4DB2-BD59-A6C34878D82A}">
                    <a16:rowId xmlns:a16="http://schemas.microsoft.com/office/drawing/2014/main" val="3680923459"/>
                  </a:ext>
                </a:extLst>
              </a:tr>
              <a:tr h="1869324">
                <a:tc vMerge="1">
                  <a:txBody>
                    <a:bodyPr/>
                    <a:lstStyle/>
                    <a:p>
                      <a:endParaRPr lang="en-GB" dirty="0"/>
                    </a:p>
                  </a:txBody>
                  <a:tcPr/>
                </a:tc>
                <a:tc>
                  <a:txBody>
                    <a:bodyPr/>
                    <a:lstStyle/>
                    <a:p>
                      <a:pPr lvl="0">
                        <a:buNone/>
                      </a:pPr>
                      <a:endParaRPr lang="en-GB" sz="1200" dirty="0"/>
                    </a:p>
                  </a:txBody>
                  <a:tcPr/>
                </a:tc>
                <a:extLst>
                  <a:ext uri="{0D108BD9-81ED-4DB2-BD59-A6C34878D82A}">
                    <a16:rowId xmlns:a16="http://schemas.microsoft.com/office/drawing/2014/main" val="2549638520"/>
                  </a:ext>
                </a:extLst>
              </a:tr>
            </a:tbl>
          </a:graphicData>
        </a:graphic>
      </p:graphicFrame>
      <p:sp>
        <p:nvSpPr>
          <p:cNvPr id="6" name="TextBox 5">
            <a:extLst>
              <a:ext uri="{FF2B5EF4-FFF2-40B4-BE49-F238E27FC236}">
                <a16:creationId xmlns:a16="http://schemas.microsoft.com/office/drawing/2014/main" id="{8AF6D823-6DA6-9959-0DCB-CCA6AD2DD76E}"/>
              </a:ext>
            </a:extLst>
          </p:cNvPr>
          <p:cNvSpPr txBox="1"/>
          <p:nvPr/>
        </p:nvSpPr>
        <p:spPr>
          <a:xfrm>
            <a:off x="5152793" y="11490911"/>
            <a:ext cx="3637442" cy="807913"/>
          </a:xfrm>
          <a:prstGeom prst="rect">
            <a:avLst/>
          </a:prstGeom>
          <a:noFill/>
        </p:spPr>
        <p:txBody>
          <a:bodyPr wrap="square" lIns="91440" tIns="45720" rIns="91440" bIns="45720" rtlCol="0" anchor="t">
            <a:spAutoFit/>
          </a:bodyPr>
          <a:lstStyle/>
          <a:p>
            <a:r>
              <a:rPr lang="en-GB" dirty="0"/>
              <a:t>7. References</a:t>
            </a:r>
          </a:p>
          <a:p>
            <a:r>
              <a:rPr lang="en-GB" sz="1050" b="0" i="0" dirty="0">
                <a:solidFill>
                  <a:srgbClr val="202122"/>
                </a:solidFill>
                <a:effectLst/>
                <a:latin typeface="Arial"/>
                <a:cs typeface="Arial"/>
              </a:rPr>
              <a:t>[1] If you reference any papers or websites, list them here</a:t>
            </a:r>
            <a:endParaRPr lang="en-GB" sz="1200" dirty="0">
              <a:latin typeface="Calibri" panose="020F0502020204030204"/>
              <a:ea typeface="Calibri" panose="020F0502020204030204"/>
              <a:cs typeface="Calibri" panose="020F0502020204030204"/>
            </a:endParaRPr>
          </a:p>
          <a:p>
            <a:endParaRPr lang="en-GB" dirty="0"/>
          </a:p>
        </p:txBody>
      </p:sp>
      <p:graphicFrame>
        <p:nvGraphicFramePr>
          <p:cNvPr id="7" name="Table 7">
            <a:extLst>
              <a:ext uri="{FF2B5EF4-FFF2-40B4-BE49-F238E27FC236}">
                <a16:creationId xmlns:a16="http://schemas.microsoft.com/office/drawing/2014/main" id="{FBE95B7C-B010-6D30-1BB3-D0BB1817071D}"/>
              </a:ext>
            </a:extLst>
          </p:cNvPr>
          <p:cNvGraphicFramePr>
            <a:graphicFrameLocks noGrp="1"/>
          </p:cNvGraphicFramePr>
          <p:nvPr>
            <p:extLst>
              <p:ext uri="{D42A27DB-BD31-4B8C-83A1-F6EECF244321}">
                <p14:modId xmlns:p14="http://schemas.microsoft.com/office/powerpoint/2010/main" val="276969338"/>
              </p:ext>
            </p:extLst>
          </p:nvPr>
        </p:nvGraphicFramePr>
        <p:xfrm>
          <a:off x="358007" y="6934687"/>
          <a:ext cx="5170923" cy="1765300"/>
        </p:xfrm>
        <a:graphic>
          <a:graphicData uri="http://schemas.openxmlformats.org/drawingml/2006/table">
            <a:tbl>
              <a:tblPr firstRow="1" bandRow="1">
                <a:tableStyleId>{5C22544A-7EE6-4342-B048-85BDC9FD1C3A}</a:tableStyleId>
              </a:tblPr>
              <a:tblGrid>
                <a:gridCol w="1723641">
                  <a:extLst>
                    <a:ext uri="{9D8B030D-6E8A-4147-A177-3AD203B41FA5}">
                      <a16:colId xmlns:a16="http://schemas.microsoft.com/office/drawing/2014/main" val="1907166431"/>
                    </a:ext>
                  </a:extLst>
                </a:gridCol>
                <a:gridCol w="2171375">
                  <a:extLst>
                    <a:ext uri="{9D8B030D-6E8A-4147-A177-3AD203B41FA5}">
                      <a16:colId xmlns:a16="http://schemas.microsoft.com/office/drawing/2014/main" val="3484362391"/>
                    </a:ext>
                  </a:extLst>
                </a:gridCol>
                <a:gridCol w="1275907">
                  <a:extLst>
                    <a:ext uri="{9D8B030D-6E8A-4147-A177-3AD203B41FA5}">
                      <a16:colId xmlns:a16="http://schemas.microsoft.com/office/drawing/2014/main" val="326053815"/>
                    </a:ext>
                  </a:extLst>
                </a:gridCol>
              </a:tblGrid>
              <a:tr h="0">
                <a:tc>
                  <a:txBody>
                    <a:bodyPr/>
                    <a:lstStyle/>
                    <a:p>
                      <a:r>
                        <a:rPr lang="en-GB" sz="1800" dirty="0"/>
                        <a:t>Model</a:t>
                      </a:r>
                    </a:p>
                  </a:txBody>
                  <a:tcPr/>
                </a:tc>
                <a:tc>
                  <a:txBody>
                    <a:bodyPr/>
                    <a:lstStyle/>
                    <a:p>
                      <a:r>
                        <a:rPr lang="en-GB" sz="1800" dirty="0"/>
                        <a:t>Hyper Parameters</a:t>
                      </a:r>
                    </a:p>
                  </a:txBody>
                  <a:tcPr/>
                </a:tc>
                <a:tc>
                  <a:txBody>
                    <a:bodyPr/>
                    <a:lstStyle/>
                    <a:p>
                      <a:r>
                        <a:rPr lang="en-GB" sz="1800" dirty="0"/>
                        <a:t>Validation Metric</a:t>
                      </a:r>
                    </a:p>
                  </a:txBody>
                  <a:tcPr/>
                </a:tc>
                <a:extLst>
                  <a:ext uri="{0D108BD9-81ED-4DB2-BD59-A6C34878D82A}">
                    <a16:rowId xmlns:a16="http://schemas.microsoft.com/office/drawing/2014/main" val="3158663126"/>
                  </a:ext>
                </a:extLst>
              </a:tr>
              <a:tr h="302260">
                <a:tc>
                  <a:txBody>
                    <a:bodyPr/>
                    <a:lstStyle/>
                    <a:p>
                      <a:r>
                        <a:rPr lang="en-US" sz="1200" dirty="0"/>
                        <a:t>Model 1</a:t>
                      </a:r>
                      <a:endParaRPr lang="en-GB" sz="1200" dirty="0"/>
                    </a:p>
                  </a:txBody>
                  <a:tcPr/>
                </a:tc>
                <a:tc>
                  <a:txBody>
                    <a:bodyPr/>
                    <a:lstStyle/>
                    <a:p>
                      <a:r>
                        <a:rPr lang="en-GB" sz="1200" dirty="0"/>
                        <a:t>Hyper parameter list</a:t>
                      </a:r>
                    </a:p>
                  </a:txBody>
                  <a:tcPr/>
                </a:tc>
                <a:tc>
                  <a:txBody>
                    <a:bodyPr/>
                    <a:lstStyle/>
                    <a:p>
                      <a:r>
                        <a:rPr lang="en-GB" sz="1200" dirty="0"/>
                        <a:t>A%</a:t>
                      </a:r>
                    </a:p>
                  </a:txBody>
                  <a:tcPr/>
                </a:tc>
                <a:extLst>
                  <a:ext uri="{0D108BD9-81ED-4DB2-BD59-A6C34878D82A}">
                    <a16:rowId xmlns:a16="http://schemas.microsoft.com/office/drawing/2014/main" val="391472538"/>
                  </a:ext>
                </a:extLst>
              </a:tr>
              <a:tr h="273050">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200" dirty="0"/>
                        <a:t>Model 2</a:t>
                      </a:r>
                      <a:endParaRPr lang="en-GB" sz="1200" dirty="0"/>
                    </a:p>
                  </a:txBody>
                  <a:tcPr/>
                </a:tc>
                <a:tc>
                  <a:txBody>
                    <a:bodyPr/>
                    <a:lstStyle/>
                    <a:p>
                      <a:r>
                        <a:rPr lang="en-GB" sz="1200" dirty="0"/>
                        <a:t>Hyper parameter list</a:t>
                      </a:r>
                    </a:p>
                  </a:txBody>
                  <a:tcPr/>
                </a:tc>
                <a:tc>
                  <a:txBody>
                    <a:bodyPr/>
                    <a:lstStyle/>
                    <a:p>
                      <a:r>
                        <a:rPr lang="en-GB" sz="1200" dirty="0"/>
                        <a:t>B%</a:t>
                      </a:r>
                    </a:p>
                  </a:txBody>
                  <a:tcPr/>
                </a:tc>
                <a:extLst>
                  <a:ext uri="{0D108BD9-81ED-4DB2-BD59-A6C34878D82A}">
                    <a16:rowId xmlns:a16="http://schemas.microsoft.com/office/drawing/2014/main" val="3680307176"/>
                  </a:ext>
                </a:extLst>
              </a:tr>
              <a:tr h="273050">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200" dirty="0"/>
                        <a:t>Model 3</a:t>
                      </a:r>
                      <a:endParaRPr lang="en-GB" sz="1200" dirty="0"/>
                    </a:p>
                  </a:txBody>
                  <a:tcPr/>
                </a:tc>
                <a:tc>
                  <a:txBody>
                    <a:bodyPr/>
                    <a:lstStyle/>
                    <a:p>
                      <a:r>
                        <a:rPr lang="en-GB" sz="1200" dirty="0"/>
                        <a:t>Hyper parameter list</a:t>
                      </a:r>
                    </a:p>
                  </a:txBody>
                  <a:tcPr/>
                </a:tc>
                <a:tc>
                  <a:txBody>
                    <a:bodyPr/>
                    <a:lstStyle/>
                    <a:p>
                      <a:r>
                        <a:rPr lang="en-GB" sz="1200" dirty="0"/>
                        <a:t>C%</a:t>
                      </a:r>
                    </a:p>
                  </a:txBody>
                  <a:tcPr/>
                </a:tc>
                <a:extLst>
                  <a:ext uri="{0D108BD9-81ED-4DB2-BD59-A6C34878D82A}">
                    <a16:rowId xmlns:a16="http://schemas.microsoft.com/office/drawing/2014/main" val="1144539082"/>
                  </a:ext>
                </a:extLst>
              </a:tr>
              <a:tr h="265430">
                <a:tc>
                  <a:txBody>
                    <a:bodyPr/>
                    <a:lstStyle/>
                    <a:p>
                      <a:r>
                        <a:rPr lang="en-US" sz="1200" dirty="0"/>
                        <a:t>Model 4 ….</a:t>
                      </a:r>
                      <a:endParaRPr lang="en-GB" sz="1200" dirty="0"/>
                    </a:p>
                  </a:txBody>
                  <a:tcPr/>
                </a:tc>
                <a:tc>
                  <a:txBody>
                    <a:bodyPr/>
                    <a:lstStyle/>
                    <a:p>
                      <a:r>
                        <a:rPr lang="en-GB" sz="1200" dirty="0"/>
                        <a:t>Hyper parameter list</a:t>
                      </a:r>
                    </a:p>
                  </a:txBody>
                  <a:tcPr/>
                </a:tc>
                <a:tc>
                  <a:txBody>
                    <a:bodyPr/>
                    <a:lstStyle/>
                    <a:p>
                      <a:r>
                        <a:rPr lang="en-GB" sz="1200" dirty="0"/>
                        <a:t>D%</a:t>
                      </a:r>
                    </a:p>
                  </a:txBody>
                  <a:tcPr/>
                </a:tc>
                <a:extLst>
                  <a:ext uri="{0D108BD9-81ED-4DB2-BD59-A6C34878D82A}">
                    <a16:rowId xmlns:a16="http://schemas.microsoft.com/office/drawing/2014/main" val="3656706315"/>
                  </a:ext>
                </a:extLst>
              </a:tr>
            </a:tbl>
          </a:graphicData>
        </a:graphic>
      </p:graphicFrame>
      <p:graphicFrame>
        <p:nvGraphicFramePr>
          <p:cNvPr id="2" name="Table 2">
            <a:extLst>
              <a:ext uri="{FF2B5EF4-FFF2-40B4-BE49-F238E27FC236}">
                <a16:creationId xmlns:a16="http://schemas.microsoft.com/office/drawing/2014/main" id="{50697821-56EE-B522-2650-CAC52B000E80}"/>
              </a:ext>
            </a:extLst>
          </p:cNvPr>
          <p:cNvGraphicFramePr>
            <a:graphicFrameLocks noGrp="1"/>
          </p:cNvGraphicFramePr>
          <p:nvPr>
            <p:extLst>
              <p:ext uri="{D42A27DB-BD31-4B8C-83A1-F6EECF244321}">
                <p14:modId xmlns:p14="http://schemas.microsoft.com/office/powerpoint/2010/main" val="4224728883"/>
              </p:ext>
            </p:extLst>
          </p:nvPr>
        </p:nvGraphicFramePr>
        <p:xfrm>
          <a:off x="358007" y="10013788"/>
          <a:ext cx="4178298" cy="1112520"/>
        </p:xfrm>
        <a:graphic>
          <a:graphicData uri="http://schemas.openxmlformats.org/drawingml/2006/table">
            <a:tbl>
              <a:tblPr firstRow="1" bandRow="1">
                <a:tableStyleId>{5C22544A-7EE6-4342-B048-85BDC9FD1C3A}</a:tableStyleId>
              </a:tblPr>
              <a:tblGrid>
                <a:gridCol w="1392766">
                  <a:extLst>
                    <a:ext uri="{9D8B030D-6E8A-4147-A177-3AD203B41FA5}">
                      <a16:colId xmlns:a16="http://schemas.microsoft.com/office/drawing/2014/main" val="3385219870"/>
                    </a:ext>
                  </a:extLst>
                </a:gridCol>
                <a:gridCol w="1392766">
                  <a:extLst>
                    <a:ext uri="{9D8B030D-6E8A-4147-A177-3AD203B41FA5}">
                      <a16:colId xmlns:a16="http://schemas.microsoft.com/office/drawing/2014/main" val="2134976436"/>
                    </a:ext>
                  </a:extLst>
                </a:gridCol>
                <a:gridCol w="1392766">
                  <a:extLst>
                    <a:ext uri="{9D8B030D-6E8A-4147-A177-3AD203B41FA5}">
                      <a16:colId xmlns:a16="http://schemas.microsoft.com/office/drawing/2014/main" val="629384850"/>
                    </a:ext>
                  </a:extLst>
                </a:gridCol>
              </a:tblGrid>
              <a:tr h="370840">
                <a:tc>
                  <a:txBody>
                    <a:bodyPr/>
                    <a:lstStyle/>
                    <a:p>
                      <a:r>
                        <a:rPr lang="en-GB" sz="1200" dirty="0"/>
                        <a:t>Actual / Predicted</a:t>
                      </a:r>
                    </a:p>
                  </a:txBody>
                  <a:tcPr/>
                </a:tc>
                <a:tc>
                  <a:txBody>
                    <a:bodyPr/>
                    <a:lstStyle/>
                    <a:p>
                      <a:r>
                        <a:rPr lang="en-GB" sz="1200" dirty="0"/>
                        <a:t>Good</a:t>
                      </a:r>
                    </a:p>
                  </a:txBody>
                  <a:tcPr/>
                </a:tc>
                <a:tc>
                  <a:txBody>
                    <a:bodyPr/>
                    <a:lstStyle/>
                    <a:p>
                      <a:r>
                        <a:rPr lang="en-GB" sz="1200" dirty="0"/>
                        <a:t>Bad</a:t>
                      </a:r>
                    </a:p>
                  </a:txBody>
                  <a:tcPr/>
                </a:tc>
                <a:extLst>
                  <a:ext uri="{0D108BD9-81ED-4DB2-BD59-A6C34878D82A}">
                    <a16:rowId xmlns:a16="http://schemas.microsoft.com/office/drawing/2014/main" val="2126179801"/>
                  </a:ext>
                </a:extLst>
              </a:tr>
              <a:tr h="370840">
                <a:tc>
                  <a:txBody>
                    <a:bodyPr/>
                    <a:lstStyle/>
                    <a:p>
                      <a:r>
                        <a:rPr lang="en-GB" sz="1200" dirty="0"/>
                        <a:t>Good</a:t>
                      </a:r>
                    </a:p>
                  </a:txBody>
                  <a:tcPr/>
                </a:tc>
                <a:tc>
                  <a:txBody>
                    <a:bodyPr/>
                    <a:lstStyle/>
                    <a:p>
                      <a:r>
                        <a:rPr lang="en-GB" sz="1200" dirty="0"/>
                        <a:t>220</a:t>
                      </a:r>
                    </a:p>
                  </a:txBody>
                  <a:tcPr/>
                </a:tc>
                <a:tc>
                  <a:txBody>
                    <a:bodyPr/>
                    <a:lstStyle/>
                    <a:p>
                      <a:r>
                        <a:rPr lang="en-GB" sz="1200" dirty="0"/>
                        <a:t>25</a:t>
                      </a:r>
                    </a:p>
                  </a:txBody>
                  <a:tcPr/>
                </a:tc>
                <a:extLst>
                  <a:ext uri="{0D108BD9-81ED-4DB2-BD59-A6C34878D82A}">
                    <a16:rowId xmlns:a16="http://schemas.microsoft.com/office/drawing/2014/main" val="1186692526"/>
                  </a:ext>
                </a:extLst>
              </a:tr>
              <a:tr h="370840">
                <a:tc>
                  <a:txBody>
                    <a:bodyPr/>
                    <a:lstStyle/>
                    <a:p>
                      <a:r>
                        <a:rPr lang="en-GB" sz="1200" dirty="0"/>
                        <a:t>Bad</a:t>
                      </a:r>
                    </a:p>
                  </a:txBody>
                  <a:tcPr/>
                </a:tc>
                <a:tc>
                  <a:txBody>
                    <a:bodyPr/>
                    <a:lstStyle/>
                    <a:p>
                      <a:r>
                        <a:rPr lang="en-GB" sz="1200" dirty="0"/>
                        <a:t>32</a:t>
                      </a:r>
                    </a:p>
                  </a:txBody>
                  <a:tcPr/>
                </a:tc>
                <a:tc>
                  <a:txBody>
                    <a:bodyPr/>
                    <a:lstStyle/>
                    <a:p>
                      <a:r>
                        <a:rPr lang="en-GB" sz="1200" dirty="0"/>
                        <a:t>195</a:t>
                      </a:r>
                    </a:p>
                  </a:txBody>
                  <a:tcPr/>
                </a:tc>
                <a:extLst>
                  <a:ext uri="{0D108BD9-81ED-4DB2-BD59-A6C34878D82A}">
                    <a16:rowId xmlns:a16="http://schemas.microsoft.com/office/drawing/2014/main" val="788774926"/>
                  </a:ext>
                </a:extLst>
              </a:tr>
            </a:tbl>
          </a:graphicData>
        </a:graphic>
      </p:graphicFrame>
      <p:sp>
        <p:nvSpPr>
          <p:cNvPr id="8" name="TextBox 7">
            <a:extLst>
              <a:ext uri="{FF2B5EF4-FFF2-40B4-BE49-F238E27FC236}">
                <a16:creationId xmlns:a16="http://schemas.microsoft.com/office/drawing/2014/main" id="{53F18AD2-7D7C-86A1-617F-5ED4C88C525F}"/>
              </a:ext>
            </a:extLst>
          </p:cNvPr>
          <p:cNvSpPr txBox="1"/>
          <p:nvPr/>
        </p:nvSpPr>
        <p:spPr>
          <a:xfrm>
            <a:off x="358007" y="221862"/>
            <a:ext cx="8885186" cy="2062103"/>
          </a:xfrm>
          <a:prstGeom prst="rect">
            <a:avLst/>
          </a:prstGeom>
          <a:noFill/>
        </p:spPr>
        <p:txBody>
          <a:bodyPr wrap="square" lIns="91440" tIns="45720" rIns="91440" bIns="45720" rtlCol="0" anchor="t">
            <a:spAutoFit/>
          </a:bodyPr>
          <a:lstStyle/>
          <a:p>
            <a:r>
              <a:rPr lang="en-GB" sz="2000" dirty="0"/>
              <a:t>Look at the assignment sheet, you will see there are 7 requirements listed. This template uses the same 7 numbers to show how you might present your work.</a:t>
            </a:r>
          </a:p>
          <a:p>
            <a:r>
              <a:rPr lang="en-GB" sz="2000" dirty="0"/>
              <a:t>You might choose a different layout – that is fine. You may find you need more space in one section and less in another. This is just an example, you should choose your own layout, to suit your results. Obviously, you should remove these instructions!</a:t>
            </a:r>
            <a:endParaRPr lang="en-GB" sz="2000" dirty="0">
              <a:ea typeface="Calibri"/>
              <a:cs typeface="Calibri"/>
            </a:endParaRPr>
          </a:p>
          <a:p>
            <a:r>
              <a:rPr lang="en-GB" sz="2800" dirty="0"/>
              <a:t>ITNPBD6 Assignment 1. Student Number </a:t>
            </a:r>
            <a:r>
              <a:rPr lang="en-GB" sz="2800" dirty="0" err="1"/>
              <a:t>xxxxxx</a:t>
            </a:r>
            <a:endParaRPr lang="en-GB" sz="2800" dirty="0" err="1">
              <a:ea typeface="Calibri" panose="020F0502020204030204"/>
              <a:cs typeface="Calibri" panose="020F0502020204030204"/>
            </a:endParaRPr>
          </a:p>
        </p:txBody>
      </p:sp>
      <p:graphicFrame>
        <p:nvGraphicFramePr>
          <p:cNvPr id="5" name="Table 9">
            <a:extLst>
              <a:ext uri="{FF2B5EF4-FFF2-40B4-BE49-F238E27FC236}">
                <a16:creationId xmlns:a16="http://schemas.microsoft.com/office/drawing/2014/main" id="{D4D093B8-47C2-E43F-6BF0-1D763DE45341}"/>
              </a:ext>
            </a:extLst>
          </p:cNvPr>
          <p:cNvGraphicFramePr>
            <a:graphicFrameLocks noGrp="1"/>
          </p:cNvGraphicFramePr>
          <p:nvPr>
            <p:extLst>
              <p:ext uri="{D42A27DB-BD31-4B8C-83A1-F6EECF244321}">
                <p14:modId xmlns:p14="http://schemas.microsoft.com/office/powerpoint/2010/main" val="297745608"/>
              </p:ext>
            </p:extLst>
          </p:nvPr>
        </p:nvGraphicFramePr>
        <p:xfrm>
          <a:off x="5153661" y="3317174"/>
          <a:ext cx="4178298" cy="1112520"/>
        </p:xfrm>
        <a:graphic>
          <a:graphicData uri="http://schemas.openxmlformats.org/drawingml/2006/table">
            <a:tbl>
              <a:tblPr firstRow="1" bandRow="1">
                <a:tableStyleId>{5C22544A-7EE6-4342-B048-85BDC9FD1C3A}</a:tableStyleId>
              </a:tblPr>
              <a:tblGrid>
                <a:gridCol w="2089149">
                  <a:extLst>
                    <a:ext uri="{9D8B030D-6E8A-4147-A177-3AD203B41FA5}">
                      <a16:colId xmlns:a16="http://schemas.microsoft.com/office/drawing/2014/main" val="1922141735"/>
                    </a:ext>
                  </a:extLst>
                </a:gridCol>
                <a:gridCol w="2089149">
                  <a:extLst>
                    <a:ext uri="{9D8B030D-6E8A-4147-A177-3AD203B41FA5}">
                      <a16:colId xmlns:a16="http://schemas.microsoft.com/office/drawing/2014/main" val="2956065983"/>
                    </a:ext>
                  </a:extLst>
                </a:gridCol>
              </a:tblGrid>
              <a:tr h="370840">
                <a:tc>
                  <a:txBody>
                    <a:bodyPr/>
                    <a:lstStyle/>
                    <a:p>
                      <a:r>
                        <a:rPr lang="en-US" sz="1400" dirty="0"/>
                        <a:t>Variable</a:t>
                      </a:r>
                      <a:endParaRPr lang="en-GB" sz="1400" dirty="0"/>
                    </a:p>
                  </a:txBody>
                  <a:tcPr/>
                </a:tc>
                <a:tc>
                  <a:txBody>
                    <a:bodyPr/>
                    <a:lstStyle/>
                    <a:p>
                      <a:r>
                        <a:rPr lang="en-US" sz="1400" dirty="0"/>
                        <a:t>Type</a:t>
                      </a:r>
                      <a:endParaRPr lang="en-GB" sz="1400" dirty="0"/>
                    </a:p>
                  </a:txBody>
                  <a:tcPr/>
                </a:tc>
                <a:extLst>
                  <a:ext uri="{0D108BD9-81ED-4DB2-BD59-A6C34878D82A}">
                    <a16:rowId xmlns:a16="http://schemas.microsoft.com/office/drawing/2014/main" val="2821401175"/>
                  </a:ext>
                </a:extLst>
              </a:tr>
              <a:tr h="370840">
                <a:tc>
                  <a:txBody>
                    <a:bodyPr/>
                    <a:lstStyle/>
                    <a:p>
                      <a:r>
                        <a:rPr lang="en-US" sz="1200" dirty="0"/>
                        <a:t>Variable 1</a:t>
                      </a:r>
                      <a:endParaRPr lang="en-GB" sz="1200" dirty="0"/>
                    </a:p>
                  </a:txBody>
                  <a:tcPr/>
                </a:tc>
                <a:tc>
                  <a:txBody>
                    <a:bodyPr/>
                    <a:lstStyle/>
                    <a:p>
                      <a:r>
                        <a:rPr lang="en-US" sz="1200" dirty="0"/>
                        <a:t>Numeric</a:t>
                      </a:r>
                      <a:endParaRPr lang="en-GB" sz="1200" dirty="0"/>
                    </a:p>
                  </a:txBody>
                  <a:tcPr/>
                </a:tc>
                <a:extLst>
                  <a:ext uri="{0D108BD9-81ED-4DB2-BD59-A6C34878D82A}">
                    <a16:rowId xmlns:a16="http://schemas.microsoft.com/office/drawing/2014/main" val="3202199352"/>
                  </a:ext>
                </a:extLst>
              </a:tr>
              <a:tr h="370840">
                <a:tc>
                  <a:txBody>
                    <a:bodyPr/>
                    <a:lstStyle/>
                    <a:p>
                      <a:r>
                        <a:rPr lang="en-US" sz="1200" dirty="0"/>
                        <a:t>Variable 2</a:t>
                      </a:r>
                      <a:endParaRPr lang="en-GB" sz="1200" dirty="0"/>
                    </a:p>
                  </a:txBody>
                  <a:tcPr/>
                </a:tc>
                <a:tc>
                  <a:txBody>
                    <a:bodyPr/>
                    <a:lstStyle/>
                    <a:p>
                      <a:r>
                        <a:rPr lang="en-US" sz="1200" dirty="0"/>
                        <a:t>Categorical</a:t>
                      </a:r>
                      <a:endParaRPr lang="en-GB" sz="1200" dirty="0"/>
                    </a:p>
                  </a:txBody>
                  <a:tcPr/>
                </a:tc>
                <a:extLst>
                  <a:ext uri="{0D108BD9-81ED-4DB2-BD59-A6C34878D82A}">
                    <a16:rowId xmlns:a16="http://schemas.microsoft.com/office/drawing/2014/main" val="2473242010"/>
                  </a:ext>
                </a:extLst>
              </a:tr>
            </a:tbl>
          </a:graphicData>
        </a:graphic>
      </p:graphicFrame>
      <p:sp>
        <p:nvSpPr>
          <p:cNvPr id="13" name="TextBox 12">
            <a:extLst>
              <a:ext uri="{FF2B5EF4-FFF2-40B4-BE49-F238E27FC236}">
                <a16:creationId xmlns:a16="http://schemas.microsoft.com/office/drawing/2014/main" id="{CA1EAAA5-A1A2-3B0D-12F1-60B2E50A677D}"/>
              </a:ext>
            </a:extLst>
          </p:cNvPr>
          <p:cNvSpPr txBox="1"/>
          <p:nvPr/>
        </p:nvSpPr>
        <p:spPr>
          <a:xfrm>
            <a:off x="5830784" y="7243443"/>
            <a:ext cx="3265715" cy="1200329"/>
          </a:xfrm>
          <a:prstGeom prst="rect">
            <a:avLst/>
          </a:prstGeom>
          <a:noFill/>
        </p:spPr>
        <p:txBody>
          <a:bodyPr wrap="square" rtlCol="0">
            <a:spAutoFit/>
          </a:bodyPr>
          <a:lstStyle/>
          <a:p>
            <a:r>
              <a:rPr lang="en-US" dirty="0"/>
              <a:t>Explain here how you chose the hyper parameter settings to explore and how you ran your experiments.</a:t>
            </a:r>
            <a:endParaRPr lang="en-GB" dirty="0"/>
          </a:p>
        </p:txBody>
      </p:sp>
    </p:spTree>
    <p:extLst>
      <p:ext uri="{BB962C8B-B14F-4D97-AF65-F5344CB8AC3E}">
        <p14:creationId xmlns:p14="http://schemas.microsoft.com/office/powerpoint/2010/main" val="15017104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DA950B468274CB53651377B661D5E" ma:contentTypeVersion="4" ma:contentTypeDescription="Create a new document." ma:contentTypeScope="" ma:versionID="27a16cd52dc681f2d631c60625793089">
  <xsd:schema xmlns:xsd="http://www.w3.org/2001/XMLSchema" xmlns:xs="http://www.w3.org/2001/XMLSchema" xmlns:p="http://schemas.microsoft.com/office/2006/metadata/properties" xmlns:ns2="4ce3de0b-3eea-4cb9-8254-1efe69defd32" targetNamespace="http://schemas.microsoft.com/office/2006/metadata/properties" ma:root="true" ma:fieldsID="aa5d8f5ea0382bb42d66b4ec4f495684" ns2:_="">
    <xsd:import namespace="4ce3de0b-3eea-4cb9-8254-1efe69defd3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e3de0b-3eea-4cb9-8254-1efe69defd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49E239-D122-40A9-AB11-D677033190C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3661331-00C7-43C5-9A5A-50F586F608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e3de0b-3eea-4cb9-8254-1efe69defd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78572B-7D4E-4A33-82E0-6D91E9A8F67C}">
  <ds:schemaRefs>
    <ds:schemaRef ds:uri="http://schemas.microsoft.com/sharepoint/v3/contenttype/forms"/>
  </ds:schemaRefs>
</ds:datastoreItem>
</file>

<file path=docMetadata/LabelInfo.xml><?xml version="1.0" encoding="utf-8"?>
<clbl:labelList xmlns:clbl="http://schemas.microsoft.com/office/2020/mipLabelMetadata">
  <clbl:label id="{d6fa6db5-9f3a-4c93-9e38-61059ee07e95}" enabled="1" method="Standard" siteId="{4e8d09f7-cc79-4ccb-9149-a4238dd17422}" removed="0"/>
</clbl:labelList>
</file>

<file path=docProps/app.xml><?xml version="1.0" encoding="utf-8"?>
<Properties xmlns="http://schemas.openxmlformats.org/officeDocument/2006/extended-properties" xmlns:vt="http://schemas.openxmlformats.org/officeDocument/2006/docPropsVTypes">
  <TotalTime>1470</TotalTime>
  <Words>388</Words>
  <Application>Microsoft Office PowerPoint</Application>
  <PresentationFormat>A3 Paper (297x420 mm)</PresentationFormat>
  <Paragraphs>68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Kevin Swingler</dc:creator>
  <cp:lastModifiedBy>Sandy Brownlee</cp:lastModifiedBy>
  <cp:revision>67</cp:revision>
  <dcterms:created xsi:type="dcterms:W3CDTF">2022-12-31T18:26:39Z</dcterms:created>
  <dcterms:modified xsi:type="dcterms:W3CDTF">2025-11-07T13:35:56Z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0x0101000F1DA950B468274CB53651377B661D5E</vt:lpwstr>
  </property>
</Properties>
</file>